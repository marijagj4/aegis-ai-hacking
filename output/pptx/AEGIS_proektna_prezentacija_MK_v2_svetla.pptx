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c13710410403f" /><Relationship Type="http://schemas.openxmlformats.org/officeDocument/2006/relationships/extended-properties" Target="/docProps/app.xml" Id="R509c085e38f8467d" /><Relationship Type="http://schemas.openxmlformats.org/officeDocument/2006/relationships/officeDocument" Target="/ppt/presentation.xml" Id="Rb12a657d0f024d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0c3fb240854ba6"/>
  </p:sldMasterIdLst>
  <p:notesMasterIdLst>
    <p:notesMasterId xmlns:r="http://schemas.openxmlformats.org/officeDocument/2006/relationships" r:id="Rb1afbf6e70b0482a"/>
  </p:notesMasterIdLst>
  <p:sldIdLst>
    <p:sldId xmlns:r="http://schemas.openxmlformats.org/officeDocument/2006/relationships" id="256" r:id="R78eebe2e1f7046c5"/>
    <p:sldId xmlns:r="http://schemas.openxmlformats.org/officeDocument/2006/relationships" id="257" r:id="R43c1fd35abe74e36"/>
    <p:sldId xmlns:r="http://schemas.openxmlformats.org/officeDocument/2006/relationships" id="258" r:id="R41a375facc68466c"/>
    <p:sldId xmlns:r="http://schemas.openxmlformats.org/officeDocument/2006/relationships" id="259" r:id="Rbf5873e040ad4848"/>
    <p:sldId xmlns:r="http://schemas.openxmlformats.org/officeDocument/2006/relationships" id="260" r:id="Rf58e20424941420a"/>
    <p:sldId xmlns:r="http://schemas.openxmlformats.org/officeDocument/2006/relationships" id="261" r:id="Rf9578b10b3f447f5"/>
    <p:sldId xmlns:r="http://schemas.openxmlformats.org/officeDocument/2006/relationships" id="262" r:id="R3e97169c150f4756"/>
    <p:sldId xmlns:r="http://schemas.openxmlformats.org/officeDocument/2006/relationships" id="263" r:id="R99938e552902499b"/>
    <p:sldId xmlns:r="http://schemas.openxmlformats.org/officeDocument/2006/relationships" id="264" r:id="R03209b26f5ba4960"/>
    <p:sldId xmlns:r="http://schemas.openxmlformats.org/officeDocument/2006/relationships" id="265" r:id="R0e3de284ff14413a"/>
    <p:sldId xmlns:r="http://schemas.openxmlformats.org/officeDocument/2006/relationships" id="266" r:id="Re863204d9f6644a5"/>
    <p:sldId xmlns:r="http://schemas.openxmlformats.org/officeDocument/2006/relationships" id="267" r:id="Rffe7855f562a4ccd"/>
    <p:sldId xmlns:r="http://schemas.openxmlformats.org/officeDocument/2006/relationships" id="268" r:id="Rd2747dd3d1ca410c"/>
    <p:sldId xmlns:r="http://schemas.openxmlformats.org/officeDocument/2006/relationships" id="269" r:id="Rd0dbc55b27584bc3"/>
    <p:sldId xmlns:r="http://schemas.openxmlformats.org/officeDocument/2006/relationships" id="270" r:id="R2eee5cef025845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4832150b94b27" /><Relationship Type="http://schemas.openxmlformats.org/officeDocument/2006/relationships/slideMaster" Target="/ppt/slideMasters/slideMaster1.xml" Id="Rce0c3fb240854ba6" /><Relationship Type="http://schemas.openxmlformats.org/officeDocument/2006/relationships/notesMaster" Target="/ppt/notesMasters/notesMaster1.xml" Id="Rb1afbf6e70b0482a" /><Relationship Type="http://schemas.openxmlformats.org/officeDocument/2006/relationships/presProps" Target="/ppt/presProps.xml" Id="Ra5fb0147e36a4359" /><Relationship Type="http://schemas.openxmlformats.org/officeDocument/2006/relationships/tableStyles" Target="/ppt/tableStyles.xml" Id="Rcd31d8cb66bc4e5f" /><Relationship Type="http://schemas.openxmlformats.org/officeDocument/2006/relationships/slide" Target="/ppt/slides/slide1.xml" Id="R78eebe2e1f7046c5" /><Relationship Type="http://schemas.openxmlformats.org/officeDocument/2006/relationships/slide" Target="/ppt/slides/slide2.xml" Id="R43c1fd35abe74e36" /><Relationship Type="http://schemas.openxmlformats.org/officeDocument/2006/relationships/slide" Target="/ppt/slides/slide3.xml" Id="R41a375facc68466c" /><Relationship Type="http://schemas.openxmlformats.org/officeDocument/2006/relationships/slide" Target="/ppt/slides/slide4.xml" Id="Rbf5873e040ad4848" /><Relationship Type="http://schemas.openxmlformats.org/officeDocument/2006/relationships/slide" Target="/ppt/slides/slide5.xml" Id="Rf58e20424941420a" /><Relationship Type="http://schemas.openxmlformats.org/officeDocument/2006/relationships/slide" Target="/ppt/slides/slide6.xml" Id="Rf9578b10b3f447f5" /><Relationship Type="http://schemas.openxmlformats.org/officeDocument/2006/relationships/slide" Target="/ppt/slides/slide7.xml" Id="R3e97169c150f4756" /><Relationship Type="http://schemas.openxmlformats.org/officeDocument/2006/relationships/slide" Target="/ppt/slides/slide8.xml" Id="R99938e552902499b" /><Relationship Type="http://schemas.openxmlformats.org/officeDocument/2006/relationships/slide" Target="/ppt/slides/slide9.xml" Id="R03209b26f5ba4960" /><Relationship Type="http://schemas.openxmlformats.org/officeDocument/2006/relationships/slide" Target="/ppt/slides/slide10.xml" Id="R0e3de284ff14413a" /><Relationship Type="http://schemas.openxmlformats.org/officeDocument/2006/relationships/slide" Target="/ppt/slides/slide11.xml" Id="Re863204d9f6644a5" /><Relationship Type="http://schemas.openxmlformats.org/officeDocument/2006/relationships/slide" Target="/ppt/slides/slide12.xml" Id="Rffe7855f562a4ccd" /><Relationship Type="http://schemas.openxmlformats.org/officeDocument/2006/relationships/slide" Target="/ppt/slides/slide13.xml" Id="Rd2747dd3d1ca410c" /><Relationship Type="http://schemas.openxmlformats.org/officeDocument/2006/relationships/slide" Target="/ppt/slides/slide14.xml" Id="Rd0dbc55b27584bc3" /><Relationship Type="http://schemas.openxmlformats.org/officeDocument/2006/relationships/slide" Target="/ppt/slides/slide15.xml" Id="R2eee5cef025845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538149dd8749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feb742174c45be" /><Relationship Type="http://schemas.openxmlformats.org/officeDocument/2006/relationships/notesMaster" Target="/ppt/notesMasters/notesMaster1.xml" Id="Rc9424ceff26a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c741189ab44cac" /><Relationship Type="http://schemas.openxmlformats.org/officeDocument/2006/relationships/notesMaster" Target="/ppt/notesMasters/notesMaster1.xml" Id="Rb55b0b99be384f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317baf4c5646c2" /><Relationship Type="http://schemas.openxmlformats.org/officeDocument/2006/relationships/notesMaster" Target="/ppt/notesMasters/notesMaster1.xml" Id="R7f68591fd0c64c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7acb282c224ec5" /><Relationship Type="http://schemas.openxmlformats.org/officeDocument/2006/relationships/notesMaster" Target="/ppt/notesMasters/notesMaster1.xml" Id="R4add239eb4c045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2c36c18e0340c2" /><Relationship Type="http://schemas.openxmlformats.org/officeDocument/2006/relationships/notesMaster" Target="/ppt/notesMasters/notesMaster1.xml" Id="R7adfda3217594c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1424f0297645a8" /><Relationship Type="http://schemas.openxmlformats.org/officeDocument/2006/relationships/notesMaster" Target="/ppt/notesMasters/notesMaster1.xml" Id="Re6cf7fd5d4504a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6cf69db978420e" /><Relationship Type="http://schemas.openxmlformats.org/officeDocument/2006/relationships/notesMaster" Target="/ppt/notesMasters/notesMaster1.xml" Id="R15fd5693bd8341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3702118b3a426a" /><Relationship Type="http://schemas.openxmlformats.org/officeDocument/2006/relationships/notesMaster" Target="/ppt/notesMasters/notesMaster1.xml" Id="Re994f8e2785b4d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8f25397ed34ced" /><Relationship Type="http://schemas.openxmlformats.org/officeDocument/2006/relationships/notesMaster" Target="/ppt/notesMasters/notesMaster1.xml" Id="R4eac09d8228d4c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1e053a4a824d55" /><Relationship Type="http://schemas.openxmlformats.org/officeDocument/2006/relationships/notesMaster" Target="/ppt/notesMasters/notesMaster1.xml" Id="R7fe40149cc0a46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0a5f0e3ff942d3" /><Relationship Type="http://schemas.openxmlformats.org/officeDocument/2006/relationships/notesMaster" Target="/ppt/notesMasters/notesMaster1.xml" Id="R84c10c0bba514e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48a5682a814ea4" /><Relationship Type="http://schemas.openxmlformats.org/officeDocument/2006/relationships/notesMaster" Target="/ppt/notesMasters/notesMaster1.xml" Id="Rdb63a959656049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b521cedf534fc1" /><Relationship Type="http://schemas.openxmlformats.org/officeDocument/2006/relationships/notesMaster" Target="/ppt/notesMasters/notesMaster1.xml" Id="R0487360a26ad4d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48fa7ba9854d5b" /><Relationship Type="http://schemas.openxmlformats.org/officeDocument/2006/relationships/notesMaster" Target="/ppt/notesMasters/notesMaster1.xml" Id="R0be5a98e1e804c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a30963857f4ec1" /><Relationship Type="http://schemas.openxmlformats.org/officeDocument/2006/relationships/notesMaster" Target="/ppt/notesMasters/notesMaster1.xml" Id="R7abbc16b71e5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важен затоа што го објаснува терминот Purple Team. Црвениот дел собира доказ, синиот дел ја ограничува акцијата и предлага поправка, а Purple циклусот повторно го проверува системот после промената.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го објаснувам најважниот workflow. Црвената линија не започнува со exploit. Започнува со одобрување на локален target, потоа Nmap, потоа верификација. Ова е намерно fail-closed: ако policy или scope не одобрат, tools_called останува празно.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a0d5579cd43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9285a91c5449bf" /><Relationship Type="http://schemas.openxmlformats.org/officeDocument/2006/relationships/slideLayout" Target="/ppt/slideLayouts/slideLayout1.xml" Id="R6cf85ff98dbe4a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85ff98dbe4a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0a65056734284" /><Relationship Type="http://schemas.openxmlformats.org/officeDocument/2006/relationships/image" Target="/ppt/media/image.png" Id="R6a03e157d9314078" /><Relationship Type="http://schemas.openxmlformats.org/officeDocument/2006/relationships/notesSlide" Target="/ppt/notesSlides/notesSlide1.xml" Id="R98090b4d111843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1a42b2cc24894" /><Relationship Type="http://schemas.openxmlformats.org/officeDocument/2006/relationships/notesSlide" Target="/ppt/notesSlides/notesSlide2.xml" Id="R7a7a85fa819747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2b933c7ee48df" /><Relationship Type="http://schemas.openxmlformats.org/officeDocument/2006/relationships/notesSlide" Target="/ppt/notesSlides/notesSlide3.xml" Id="R39f8a9fc863f47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6641817bb4a92" /><Relationship Type="http://schemas.openxmlformats.org/officeDocument/2006/relationships/notesSlide" Target="/ppt/notesSlides/notesSlide4.xml" Id="R29dfeef431b641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094ee8bda429e" /><Relationship Type="http://schemas.openxmlformats.org/officeDocument/2006/relationships/notesSlide" Target="/ppt/notesSlides/notesSlide5.xml" Id="R7841e2ddda4547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64ea2b13d4024" /><Relationship Type="http://schemas.openxmlformats.org/officeDocument/2006/relationships/notesSlide" Target="/ppt/notesSlides/notesSlide6.xml" Id="R9521d7741bda4f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9c586998d4ef5" /><Relationship Type="http://schemas.openxmlformats.org/officeDocument/2006/relationships/image" Target="/ppt/media/image2.png" Id="R7d6d2c5975bb4095" /><Relationship Type="http://schemas.openxmlformats.org/officeDocument/2006/relationships/notesSlide" Target="/ppt/notesSlides/notesSlide7.xml" Id="R19872de27b9d4c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8c37c164f47f3" /><Relationship Type="http://schemas.openxmlformats.org/officeDocument/2006/relationships/image" Target="/ppt/media/image3.png" Id="Radd94f7a12744de4" /><Relationship Type="http://schemas.openxmlformats.org/officeDocument/2006/relationships/notesSlide" Target="/ppt/notesSlides/notesSlide8.xml" Id="R7607a88883604f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5d1d2ca234506" /><Relationship Type="http://schemas.openxmlformats.org/officeDocument/2006/relationships/notesSlide" Target="/ppt/notesSlides/notesSlide9.xml" Id="R7b9f84c6f88f4a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da4e9e7cd4d18" /><Relationship Type="http://schemas.openxmlformats.org/officeDocument/2006/relationships/notesSlide" Target="/ppt/notesSlides/notesSlide10.xml" Id="R9834f3e193b84d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c162dfcd14bae" /><Relationship Type="http://schemas.openxmlformats.org/officeDocument/2006/relationships/image" Target="/ppt/media/image4.png" Id="R9a1720838d774cd8" /><Relationship Type="http://schemas.openxmlformats.org/officeDocument/2006/relationships/image" Target="/ppt/media/image5.png" Id="Rf3d9ab7147ea43e1" /><Relationship Type="http://schemas.openxmlformats.org/officeDocument/2006/relationships/notesSlide" Target="/ppt/notesSlides/notesSlide11.xml" Id="Rbc99a3ea61f448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6219ede864a7e" /><Relationship Type="http://schemas.openxmlformats.org/officeDocument/2006/relationships/notesSlide" Target="/ppt/notesSlides/notesSlide12.xml" Id="R3c8055148e5749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978a3bb4f4c27" /><Relationship Type="http://schemas.openxmlformats.org/officeDocument/2006/relationships/notesSlide" Target="/ppt/notesSlides/notesSlide13.xml" Id="Rf02eaeaa197f46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4553ea06d4aa7" /><Relationship Type="http://schemas.openxmlformats.org/officeDocument/2006/relationships/notesSlide" Target="/ppt/notesSlides/notesSlide14.xml" Id="R27749c648eaf44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b5ad6e77a487a" /><Relationship Type="http://schemas.openxmlformats.org/officeDocument/2006/relationships/notesSlide" Target="/ppt/notesSlides/notesSlide15.xml" Id="Rf5bdf57d8a6b4b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C6135-EBA1-4166-B64C-693CF13A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6FBA1-1DD2-4449-834B-0EE7B782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2"/>
          </a:solidFill>
          <a:ln xmlns:a="http://schemas.openxmlformats.org/drawingml/2006/main" w="9525">
            <a:solidFill>
              <a:srgbClr val="0B8F82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3e157d9314078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F1FF7-C8C3-4E77-A4AD-C6C04A43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61CCB-8CB3-4B9F-BA87-83AFA4EE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D0659-49AF-4156-B5B9-D79AA429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0AC08-CEDA-487B-85B9-7B18332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37706-5487-4DBB-97D5-8ED32E7E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B56C0-8F9B-4EFB-BF9A-022BDFA7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5ACF4-137C-4BCF-8171-173EBAC6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7FAB5-160D-4D2E-B009-B4E2295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555253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93897-FA3C-4C77-96A4-260919D4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11550-2663-477A-B0D5-832DC076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21506-046A-46A4-BBA7-BB0172E6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906D1-286C-4076-9C62-117E4BAB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48E768-1734-4FA6-BBC6-D99E541E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3AD0E-D9E0-4900-95E4-E3F9220F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DF0D8-68BB-4945-86D8-0513333B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05A1E-9666-4D8B-935C-4528151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56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A6C3A-2654-4B3C-A0F7-FFAB97E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D1ADF-7E31-4F46-AF35-753F533C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22FD7-9146-46E7-B206-49F049BD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5AECE-15DD-45E6-A591-6E857E49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2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63477-376A-42FC-B58B-049C074C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459F6-3E0D-4F18-87EC-9D15C2D1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8F610-B42C-490B-9FE5-0C038465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306AD-E946-4E35-AE3B-CA028B21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6C00"/>
          </a:solidFill>
          <a:ln xmlns:a="http://schemas.openxmlformats.org/drawingml/2006/main" w="9525">
            <a:solidFill>
              <a:srgbClr val="A66C0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E0E2A-B97E-4E19-9B51-5DFA6885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2CE14-3B6C-48C9-8DCC-15920443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40B87-2589-4AA5-847B-7B7D23FC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ABB6D-736F-43A2-B023-899CE63F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239054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FF6CC8-D654-4F7F-ABFB-9E54F979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19D74F-96F4-4CF0-BFB5-B0A9F27F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699EF-B8DB-458C-8A1E-94D76358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Еден контролен циклус ја поврзува проценката со поправката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71AFE-4996-4322-9DF8-BC78BA25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5CF65-6DE2-4BFD-BB30-D2B46E2A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D8950-65B5-4B91-ACEB-2CFEB8BF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8BAEC-B6B7-49C0-9CD6-0C05759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9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0A1E6-065F-432F-9DF4-4C358708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94756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94756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37392-65A1-433D-AE2B-14ED79AD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Пронаоѓа и потврдува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E3FFD-DA8A-4BA6-A232-A802CC82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Nmap scanner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Redis / HTTP verifier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Metasploit catalog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13425-2C70-4A60-A5C6-8E7F1CB9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621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CE4B-7C5A-4726-BD9B-B408401F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F66B3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2F66B3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DD8EA-4C3B-4B82-AAC0-643F01EB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05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Го ограничува и поправа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279B0-6A39-4B63-A6D9-89B249F1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90900"/>
            <a:ext cx="238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Policy Guardian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Ethical Scope Guard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Remediation + retest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9169B-03FA-49DB-994A-CACA0057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621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C9E48-A30D-4556-98B4-526F95F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B6265-2E23-48C3-8E6A-0CB37040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05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Учиме од истиот наод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A5A9C-0816-4DEA-B561-63575A2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2286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OPEN → извештај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рачно закрпување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FIXED → retest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учење со audit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1DF1D-0BB7-4151-8E22-9D2EA20C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57575"/>
            <a:ext cx="771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756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AF501-F516-4881-A75C-0FDF4922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57575"/>
            <a:ext cx="7715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2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216FC-8281-4534-94B9-E0D98EB8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816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AEGIS не е автоматски напаѓач. Тој е контролирана повратна врска меѓу проверката и одбраната.</a:t>
            </a:r>
          </a:p>
        </p:txBody>
      </p:sp>
    </p:spTree>
    <p:extLst>
      <p:ext uri="{BB962C8B-B14F-4D97-AF65-F5344CB8AC3E}">
        <p14:creationId xmlns:p14="http://schemas.microsoft.com/office/powerpoint/2010/main" val="1435838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093A8F-1DA5-4580-84F2-A77902E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A50ED-EB91-4F7C-91EF-418E5FCC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DDA70-872A-4C01-96EE-7F41ED31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DAF02-E4CB-4150-B2F2-2DBAC4A8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44FC1-D152-41FA-B566-3364A7B0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CB62B-E71A-4408-B839-169AB8D8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7ECCE-60C1-42ED-8F65-EF68447E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E1394-DE42-4C5E-9F04-86B72687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009F4-8924-420F-9006-2B1890F4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B8A87-1F79-49FC-9407-5EB535B3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76E70-E574-43A5-93F8-A6B8BE94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2F66B3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2F66B3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795B09-E750-414E-AA48-E4FA7E6D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40FA7-8C9C-4B41-9116-4533931E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ED123-5C48-4BEC-99CE-A7BAE96A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447CA-426A-45FC-BB2A-30DB04D7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10CCA3-93FC-402C-BD83-207CADD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64E266-E8F0-4140-8975-AFFF3BFD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CF1DD-F887-44D3-BB4C-919B7B24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A66C0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19FAB-F130-4373-8B65-C5891BD4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CD1AA-DADA-48CA-8C2D-71A175A8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296ED4-3C74-4A23-9089-FF9ACF27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E6408-641C-45CF-92C8-60FF86C3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FA9E66-CA47-41A5-BD26-323EA46E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EC4CA-0201-4320-A89B-9A0EA74A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C3236-8920-41EE-9F2A-53C8B57C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F1464-729C-43E3-B7F3-B61FCAD3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684580-AE44-438B-944C-3E223233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752E3-A024-447C-84DA-71F100FE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D7D5C5-91C0-4C1D-8320-B65E8FEB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E60F06-9AC2-4265-8EC0-B25D190E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E9F108-FA6E-4586-A9B0-EFF6817E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9C4A9-017A-4E40-A1A9-E5A698D7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756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7827A-5514-478D-96DC-F7804653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2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4442D8-1543-4BC4-BB3F-A3789BFB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00"/>
          </a:solidFill>
          <a:ln xmlns:a="http://schemas.openxmlformats.org/drawingml/2006/main" w="9525">
            <a:solidFill>
              <a:srgbClr val="A66C0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A16AAB-C29B-41D5-8B93-DC953CFD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756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2AA3B-0CA8-4778-994F-E798B32C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304616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61CB8B-E05A-4F1D-84F4-A699CE6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04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CE8C7-366D-4468-96A6-3DEEE3E7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23419-6126-4590-9C82-F90D31AA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908F4-814D-4380-B5F5-D22C6E51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1ECB2-4A1F-49CC-A21D-C8C96DDF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A9277-3505-430E-B950-28F13A6C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64CE2-72C4-4249-A7FA-C1D00C89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C8756-74A2-417D-98D3-D8F681F0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7C4B3-B9DE-4D18-AB32-656AE22F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BD0CD-90A9-455F-B6DB-7684DD84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97066-41D8-4FC0-8D77-78C57051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6E7C6-AEAA-47FA-81C5-2729D534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32974-3739-47B6-80C7-CAEEE7B3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D858A-87FD-4116-BA2E-6C569EB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A3817-095E-42D1-8AFC-4FC1102A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ECAA7-31A0-4004-A524-05755169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A40E8-4EA9-4308-9579-381CD868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6E00A-96E4-43B3-B919-192ABA27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B0D41F-6575-494C-B466-123E7328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0F4DAA-9664-4753-9C0B-BBB139FA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4BD20-069A-4069-94D8-AFA207A8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3CD35-AC2D-4421-8554-32A59D16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F6F98-526A-4FAB-8F6F-24ADFB18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F66B3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2F66B3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42649-72CA-469D-9691-FD5C49B4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44231-2701-42BF-8933-DF00CBAD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C7B37-8B80-4A2C-9214-D9E054B3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D8D8D-5A5E-42C3-8DD3-04A358CB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A28904-5016-473F-A2AB-AA5867E3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F66B3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2F66B3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ADCB76-4251-4AC8-BE36-8C9E65F0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E7F447-1E4B-44B4-AD75-3541B406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527EB7-547F-49BA-A0DD-4BB61B8B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0BCE56-36BA-4F21-A443-763DAA0D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6C0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F9CD77-7E52-43C2-A982-EA043B7B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66C00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A66C00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8CF60A-FE48-4285-83EC-2E65285A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9D8EF6-B345-4DAF-AE1D-C2DDA755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B87C5A-8AFA-4A58-9AE3-4F8CD914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AD9448-4E19-4FD5-87DD-10C66157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66C00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3CE6C1-2074-42B0-8B95-35472F0F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A66C00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A66C00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7F4B23-B7BB-4277-B09F-08B4AB1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6BBAE0-1465-4744-8E1E-89ADEF9F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3906A3-62F6-496A-B799-D920FDB0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908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554D8D-A1A7-4A5E-AE49-918D1A27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362200"/>
            <a:ext cx="1238250" cy="12954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80030A-02A7-4E4B-B8E3-904786A5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495550"/>
            <a:ext cx="323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94756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94756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A6DC1-4ED2-4548-9BFC-E80F47CD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57500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09B5FF-CB20-4217-B815-23A06592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238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after patch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1C9F2F-45D0-4BFC-92C2-C3562F1F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Позитивен пример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6C679A-DDD9-4A32-85AA-E626CCE4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redis-lab:6380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D0726E-9F8F-426B-BB78-1474F01F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0535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Nmap гледа отворена порта. Redis verifier проверува автентикација. Само verifier може да произведе CWE-306 наод.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546EAB-848F-40B5-A464-073D67D0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F0F1EC-E17E-4F1F-A504-E61BE8C8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После рачно внесена закрпа, истиот pipeline повторно се извршува и ја споредува моменталната состојба со претходниот OPEN report.</a:t>
            </a:r>
          </a:p>
        </p:txBody>
      </p:sp>
    </p:spTree>
    <p:extLst>
      <p:ext uri="{BB962C8B-B14F-4D97-AF65-F5344CB8AC3E}">
        <p14:creationId xmlns:p14="http://schemas.microsoft.com/office/powerpoint/2010/main" val="727323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D9E07-FCBA-48DD-A43E-C32C6751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05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3C27B-99B0-40EC-8226-341BF9AA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62367-26F5-4554-A201-8B5E3177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836C2-51B8-4E8C-9D2C-AF5DE336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87CA0-6BE2-4E84-9F38-D96F67B9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77261-02AA-4187-A862-BFC2B800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B9D3B-BF48-4B48-A2BC-568FAA20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7A168-0709-4343-89E4-49CA9933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2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64FAE-6D38-4C35-8110-3BCE4AF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20AD6-51DC-4DC0-A8D8-29FF2932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9C2F7-58F1-4268-B8A9-26B85732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AE528-76BD-4ED3-A719-162C87D5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47D46-A047-40E4-8D57-CCCF5249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BE1A6-7FC2-480E-BF70-13DC4A2F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Ollama + llama3.2:1b / 3b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7B37A6-313D-4C0B-A6AE-7F05D8A9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095F6-5E92-4313-A1A5-05FC3CB9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756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42D91-8ADF-407A-8ABE-7DBBBA0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C21F7-365D-4745-BA0A-AF585E01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Docker ports се врзани само на 127.0.0.1. Нема скенирање на интернет, нема произволен host и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D75CA-F571-4295-9000-BF4F96CC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1714B-255B-4FFB-8F5F-789E0DE9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demo-app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AEGIS target registry = label + explicit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D4F1F-19C4-4398-87F2-0C9E2F17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9475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94756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8E8D6-DBEC-4D88-B34E-24F894B2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1138675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CBA74-A8E7-433D-87FE-7E3342E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06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587E4-9AAD-46A7-B4C8-E45DA6D2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77E5D-59F4-4ECD-BAF0-705539C9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D6E8C-277E-4CAE-9546-2870566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CA2D9-CDEC-498E-BFA3-AA897DAC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D4695-DC77-4ECB-8614-33129355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d2c5975bb4095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A351A-7675-4C19-9E4C-9FD31943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FB7D2-4C03-4E63-83FD-835F2668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F66B3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2F66B3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8276A-2BF9-4F0B-8DAD-9B7EF51E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FDBC3-B4EC-41C2-B15F-FDCDC152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905B7-05BA-4744-B08A-74B14802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BD61E3-725B-482F-AA71-F9462822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D97D8-2CEB-4566-9934-C2E818CF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FB379-582F-43A5-A14E-FAFC7A8D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94756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9475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21DD7-013F-454E-859A-51525483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512CA-6960-4839-BCF2-2C0E04DE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A482B9-5CF1-41D2-BB74-05C9F28C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77252-2091-4FEF-9163-2C9BEFCC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1091483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E8C16-FCDC-459C-8D84-A0A16417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07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26C8A-30EE-4A08-B8CC-D197E71C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88054-1131-4374-913F-3F872282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C9695-76D3-42A4-B9B8-E7A85F3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508AC-371C-4701-9C59-C95B159B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97F49-07EC-4BB6-A33F-B0BBDAD7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94f7a12744de4"/>
          <a:stretch xmlns:a="http://schemas.openxmlformats.org/drawingml/2006/main"/>
        </p:blipFill>
        <p:spPr>
          <a:xfrm xmlns:a="http://schemas.openxmlformats.org/drawingml/2006/main">
            <a:off x="1202752" y="1809750"/>
            <a:ext cx="3576196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61FF1-245F-4A76-B06A-39531CC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F8767-312E-46D7-82AE-70B8E44D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9FB63-FE6C-4083-885B-FD60169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235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42235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06DCD-A2E8-4384-B976-84F424EB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AEE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EA35F-865A-4E5F-ADA3-70862344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9475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94756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2A189-EB34-4D89-872F-F8457FE8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468A2-A015-442D-8B9B-9714738C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1340372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F2A2D-A4B3-4394-8754-6FDC6F9D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08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198A6-C9C0-4BD3-A335-9F58FCCF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C9499-1313-448B-9FC2-AEB1AF7A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1C4AC-626D-4A62-AF52-E8AC3C83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8A7A8-62F2-4BD8-9545-70B2C9FB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3047C-5BF7-4A68-91D9-DBEC90D7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9E0C4-D853-4BF4-950E-D151424C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7625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3A53C-CE74-4E51-8BE2-87536CB2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235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142235"/>
                </a:solidFill>
                <a:latin typeface="Consolas"/>
                <a:ea typeface="Consolas"/>
                <a:cs typeface="Consolas"/>
              </a:rPr>
              <a:t>127.0.0.1:8082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A9FBB-CEB6-44D7-830D-89349243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B8F8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8F82"/>
                </a:solidFill>
                <a:latin typeface="Arial"/>
                <a:ea typeface="Arial"/>
                <a:cs typeface="Arial"/>
              </a:rPr>
              <a:t>Uvicorn / 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E8C4E-45C2-4743-B73E-0B496101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195B1-763E-4D69-82F1-4A3781CB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Nmap: open</a:t>
            </a:r>
          </a:p>
          <a:p xmlns:a="http://schemas.openxmlformats.org/drawingml/2006/main">
            <a:pPr>
              <a:defRPr sz="1575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HTTP verifier: verified</a:t>
            </a:r>
          </a:p>
          <a:p xmlns:a="http://schemas.openxmlformats.org/drawingml/2006/main">
            <a:pPr>
              <a:defRPr sz="1575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Finding: null</a:t>
            </a:r>
          </a:p>
          <a:p xmlns:a="http://schemas.openxmlformats.org/drawingml/2006/main">
            <a:pPr>
              <a:defRPr sz="1575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75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Assessment: NO_FINDING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CF055-0309-4E8E-8B17-33A18C6C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0D9A1-A622-4B3B-8374-5A34FE8D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6C00"/>
          </a:solidFill>
          <a:ln xmlns:a="http://schemas.openxmlformats.org/drawingml/2006/main" w="9525">
            <a:solidFill>
              <a:srgbClr val="A66C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D95EF-A197-40D4-A826-CC266D3D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076E0-B52D-4CEE-8E30-AEB9AF43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A0263-0490-42FF-B07A-303531AD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4A635-7DCE-4ED5-836A-D2EFA8CD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2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E5BC3-9B14-4A52-9A44-B9017797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E4FFAE-9593-4978-8280-2628FCE5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BEE0E-7BCA-4B19-A5B2-62010721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1798820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67D8C5-902E-49C7-89C3-7386064C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09  •  MULTI-MODEL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F0F1B-B864-4275-A401-885C675E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Повеќе LLM улоги во еден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3ED68-3D30-444C-9A2B-4A282762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Различни модели имаат различна задача и можат да се сменат од интерфејсот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2E248-3BC3-415E-A615-CB0D0994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19330-FCB4-47F4-976D-2140EDE5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05F37-0E3B-4F21-AE19-7D23902C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4C326-CEEB-4A7E-846A-473C3F14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899A5-D5E1-466B-88C3-032EDACD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60110-4CAC-4BBD-AE18-84AD9BF1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FCBB9-E812-486C-8B52-DB4AEBA6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F410E-2B8D-4BCE-92C5-127B383C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27697-A8A5-47E8-AEAF-97F5F46F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81293-1323-4D45-9AA9-ABE5B91A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A66C0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726EC-020F-4E69-B84C-5A9B4512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6A793-587A-404F-A292-996FA546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D5830-921E-4DC9-AEB2-96C275A8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60CC1-2B14-4203-94F9-B4225411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2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7D875-C786-4D87-99EE-8407A628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C8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A7C8F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BEA33-445D-48FA-984D-527A421B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C8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A7C8F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4F2B9-012F-4D28-84D2-02BE6E1B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A7C8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A7C8F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13A495-72EF-4E27-9E24-75F2DCD5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9BD24-D521-4103-8E0F-D65C1047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F0464A-BF78-4035-80F2-2A887B56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42235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13838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E9243-79D5-45C6-9FD8-87770FAC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10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4F41F-9975-4266-B589-9DC21343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937AA-EF94-490E-A1D1-14D1D9F5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8F064-44A3-49B2-941A-ACFA720E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EA624-86E6-43D2-986E-11ACFA8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2CD41-BFD3-4F44-A745-91150774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720838d774cd8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9ab7147ea43e1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FE769-B122-4CDD-9DC0-57D86745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B9B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1B78F-0352-46A3-92AD-77D88FC9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94756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C94756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31D35-C120-4AFB-A26F-E0D744C7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AE1C9-1E49-416E-996D-CBD328CE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1ACE6-5A97-43EC-9B67-0508499F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74A18-9B97-459A-8723-B1DC8FEC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94756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94756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3F4FF-6A61-4C94-8063-4B4E9C6C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5741916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0915F-5197-4373-A004-BCCA8D06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11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7D57B-B58C-408C-B94E-4F12D01B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Metasploit каталог без автоматски exploit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7327D-604D-41BF-8E4E-40FCB5C5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Системот може да пребара кандидати и да побара LLM match, но execution останува исклучен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90BC1-92E5-4548-8D00-9965FDB4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7FD4E-AC61-4316-91D5-8E7E50CF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6AA3F-672F-41D8-9B80-DC92C52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6A7E5-78CF-4479-B22E-B26CC20A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9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A60A2-0933-4A02-B2D9-469751E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94756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C94756"/>
                </a:solidFill>
                <a:latin typeface="Consolas"/>
                <a:ea typeface="Consolas"/>
                <a:cs typeface="Consolas"/>
              </a:rPr>
              <a:t>1  • 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C8F9D-93D3-42FD-AB35-8E9AA6B7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0AD5A-4C1F-4617-A26B-0BC2BDA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Само auxiliary scanner кандидати</a:t>
            </a:r>
          </a:p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Ограничен Docker/network scope</a:t>
            </a:r>
          </a:p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Без payload и без target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A86D28-030D-437E-829C-D4193013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5FB42-9839-4496-BDE0-DCF2402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F66B3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2F66B3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55AED-BE77-43FF-9048-8C82533B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LLM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904F4-99C4-4955-93BD-F885DDE6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Моделот гледа само листа на дозволени имиња и го поврзува кандидатот со верификуваниот finding.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19DBD-9DB3-4F4F-BA4C-98D927D0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8F8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E4F35-563E-421B-89DC-945D7F4F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A5B95-88F3-4ADE-81AC-5304AD3D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30D12-5774-42A1-B965-D305D2FD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AEGIS не стартува exploit модул. Професорот/операторот гледа доказ и одлучува што е дозволено во изолирана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B7480-9CFB-49EC-87B1-FD5EB302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486150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756"/>
          </a:solidFill>
          <a:ln xmlns:a="http://schemas.openxmlformats.org/drawingml/2006/main" w="9525">
            <a:solidFill>
              <a:srgbClr val="C9475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C08C6-1B8A-4B65-93C6-EB895411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86150"/>
            <a:ext cx="466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2F66B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68CBFD-00B6-4EA6-BBA2-332EB40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A66C0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66C00"/>
                </a:solidFill>
                <a:latin typeface="Arial"/>
                <a:ea typeface="Arial"/>
                <a:cs typeface="Arial"/>
              </a:rPr>
              <a:t>Резултат во моменталната Windows конфигурација: каталогот е опционален и може да биде unavailable ако native Ruby компонентата е блокирана.</a:t>
            </a:r>
          </a:p>
        </p:txBody>
      </p:sp>
    </p:spTree>
    <p:extLst>
      <p:ext uri="{BB962C8B-B14F-4D97-AF65-F5344CB8AC3E}">
        <p14:creationId xmlns:p14="http://schemas.microsoft.com/office/powerpoint/2010/main" val="1981027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D9A45-E7B3-4100-A148-7CA8DFE7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12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6EC91-E6F4-4B6A-883E-A67FABD9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3D6AB-6DC8-480D-8B02-C9E00D4A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90BB5-5AF2-4F53-8953-DD30213E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86115-6DD0-4895-AB13-1077A82C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0E253-AE20-477E-8315-1A65FCC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2B9D5-58C2-40A0-88A1-009920F3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1910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4D3C2-0AA7-46AB-9CED-0F52ED0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48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assessment_state: FIXED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policy.allowed: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scope.allowed: true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nmap.status: completed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verification.status: fixed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retest.status: FIXED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55F74-47EA-412C-B3C2-99959771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55423-4F44-4044-971E-548A92F0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98CD0-8386-4D61-8AF3-65C11CD9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75DBE-E351-4929-A7AE-996899CB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CF46D-1477-4DEE-A0CD-8D43F817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66C0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66C00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21178888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8983FA-0AA8-4746-B224-76B9B1EA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13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B4965-2D41-4723-9F92-3642BF99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05A30-5948-4307-9101-49A52B07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6567E-7D9B-4557-B724-E47869B4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8842C-320F-46D6-81AE-E5C24460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3C824-FF5D-4202-ADC7-53D8DF28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7AD24-2F7F-460E-8B36-83F13B35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A7C8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A7C8F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E86D7-86E4-48AE-9E96-7A8FAB84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A7C8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A7C8F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5D36A-A359-48D4-BB04-83D88925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38C5C-B0AF-48BC-AACF-21629A57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435DB-5EBE-4227-8C12-58BCE982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8F8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8F82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79B32-DB1A-4D64-A44D-FE9BAFF3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10196-9E49-4356-B1E3-CA461751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00595-FADC-4C93-A880-324E1E4E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8F8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8F82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4DE6E-7DD1-46CF-AC76-54BC6A3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9446B-E932-465F-A553-379DADE0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A2F9C-911B-4F90-88BA-1175795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8F8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8F82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643D6-4592-4FC7-B1AA-50CF92AD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F58B0-3AFB-418A-9636-7A475D6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727C5-D199-458F-AE12-09C62675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8F8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8F82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F1779-01F5-4ACC-AB5A-E9AD0F5A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87371-FEEC-4A32-94D1-D9C2A09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91B1F-556A-4DD5-A068-D069343A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8F8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8F82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A91BC9-7830-4546-A44D-E24083B5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960273-1DC1-4CAE-BDF5-DD2754A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01DA9D-2568-49A8-8A5B-D65C578A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66C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66C00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6D11E7-12D2-4336-8380-3C277D21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D5CCF-4498-499A-9C3B-66D0C48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6ADDAF-64EB-4E88-8C67-5902B433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9475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94756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5D42F1-E9FE-4230-9ED5-A1431346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B2450-102D-4A8F-85F3-3EC16E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BF422-AD21-4AF2-8FBB-62E886F7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66C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66C00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B66107-8E7C-418C-A636-B4C84D72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10560461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59933-934E-4015-8E16-07D7FA76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14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0A3A7-E9CA-4048-8732-F53FC26D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0FDDA-1F0E-4594-86D0-54F5D951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Безбедна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C95B1-8292-4705-8938-735B2224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2E6"/>
          </a:solidFill>
          <a:ln xmlns:a="http://schemas.openxmlformats.org/drawingml/2006/main" w="9525">
            <a:solidFill>
              <a:srgbClr val="A8C2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ACC58-86F5-4023-B441-8274DB7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08D39-A4CB-4670-98B0-4A7D9E60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A7C8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A7C8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D8CBD-9218-4E08-81D1-DADD0449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B8F82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0B8F82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C1484-E374-4932-8E19-C41C22B6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Реален алат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71B0C-E578-4F4B-970D-4B8D16ED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Nmap се повикува како процес и резултатот се предава на triage агент.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92393-8B35-4FA9-AE6E-7D7DB722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F66B3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2F66B3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76473-CFCD-4069-8065-A271A6B0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Проверлив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996C4-7CF8-4CD3-ADD4-A366DD18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Verifier одлучува OPEN, FIXED или NO_FINDING; LLM помага со контекст и препорака.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4067A-774C-464D-AD35-5BA5BC7A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94756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C94756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3C3C0-36B2-4824-969F-AF9AEEC4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Етичка граница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4A9FD-390D-4D4E-94A6-D14B4586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E627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E6277"/>
                </a:solidFill>
                <a:latin typeface="Arial"/>
                <a:ea typeface="Arial"/>
                <a:cs typeface="Arial"/>
              </a:rPr>
              <a:t>Scope, prompt и transfer guards го запираат target надвор од лабораторијата и неовластено дејствување.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5D576-5405-4B81-8F0C-BD5E26E4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F82E7-E71A-48F0-8006-6C692585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4223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42235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C0B8A-76CF-4C0C-B197-5DE1CA5F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4E6277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</p:spTree>
    <p:extLst>
      <p:ext uri="{BB962C8B-B14F-4D97-AF65-F5344CB8AC3E}">
        <p14:creationId xmlns:p14="http://schemas.microsoft.com/office/powerpoint/2010/main" val="492525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2026-09-22T13:49:09.1620000Z</dcterms:created>
  <dcterms:modified xsi:type="dcterms:W3CDTF">2026-09-22T13:49:09.1620000Z</dcterms:modified>
</coreProperties>
</file>