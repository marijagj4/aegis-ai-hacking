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509e870e84f41" /><Relationship Type="http://schemas.openxmlformats.org/officeDocument/2006/relationships/extended-properties" Target="/docProps/app.xml" Id="R41450eb2d1ff41f4" /><Relationship Type="http://schemas.openxmlformats.org/officeDocument/2006/relationships/officeDocument" Target="/ppt/presentation.xml" Id="R5c440cdb3d3a4e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2f71d3a934f97"/>
  </p:sldMasterIdLst>
  <p:notesMasterIdLst>
    <p:notesMasterId xmlns:r="http://schemas.openxmlformats.org/officeDocument/2006/relationships" r:id="R9e73f90cf4f04d62"/>
  </p:notesMasterIdLst>
  <p:sldIdLst>
    <p:sldId xmlns:r="http://schemas.openxmlformats.org/officeDocument/2006/relationships" id="256" r:id="R9d9044e4f1244310"/>
    <p:sldId xmlns:r="http://schemas.openxmlformats.org/officeDocument/2006/relationships" id="257" r:id="Rf8607819c67841ce"/>
    <p:sldId xmlns:r="http://schemas.openxmlformats.org/officeDocument/2006/relationships" id="258" r:id="R02444a6e06c04039"/>
    <p:sldId xmlns:r="http://schemas.openxmlformats.org/officeDocument/2006/relationships" id="259" r:id="R921256183717459a"/>
    <p:sldId xmlns:r="http://schemas.openxmlformats.org/officeDocument/2006/relationships" id="260" r:id="Rce5124778f944ed7"/>
    <p:sldId xmlns:r="http://schemas.openxmlformats.org/officeDocument/2006/relationships" id="261" r:id="Rcbbb5881cacc4b87"/>
    <p:sldId xmlns:r="http://schemas.openxmlformats.org/officeDocument/2006/relationships" id="262" r:id="R9ffe005ac55348ec"/>
    <p:sldId xmlns:r="http://schemas.openxmlformats.org/officeDocument/2006/relationships" id="263" r:id="R2e0a33eded3d435d"/>
    <p:sldId xmlns:r="http://schemas.openxmlformats.org/officeDocument/2006/relationships" id="264" r:id="Re56a0944d6934737"/>
    <p:sldId xmlns:r="http://schemas.openxmlformats.org/officeDocument/2006/relationships" id="265" r:id="R055ce775b0b2415d"/>
    <p:sldId xmlns:r="http://schemas.openxmlformats.org/officeDocument/2006/relationships" id="266" r:id="R48c7a393e0b44a19"/>
    <p:sldId xmlns:r="http://schemas.openxmlformats.org/officeDocument/2006/relationships" id="267" r:id="R3c32512375344ef0"/>
    <p:sldId xmlns:r="http://schemas.openxmlformats.org/officeDocument/2006/relationships" id="268" r:id="R3ea7c3c3b71a4c83"/>
    <p:sldId xmlns:r="http://schemas.openxmlformats.org/officeDocument/2006/relationships" id="269" r:id="Rb0fde006b810426c"/>
    <p:sldId xmlns:r="http://schemas.openxmlformats.org/officeDocument/2006/relationships" id="270" r:id="R32d5d22dc6f6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492ac15474dd2" /><Relationship Type="http://schemas.openxmlformats.org/officeDocument/2006/relationships/slideMaster" Target="/ppt/slideMasters/slideMaster1.xml" Id="Rc252f71d3a934f97" /><Relationship Type="http://schemas.openxmlformats.org/officeDocument/2006/relationships/notesMaster" Target="/ppt/notesMasters/notesMaster1.xml" Id="R9e73f90cf4f04d62" /><Relationship Type="http://schemas.openxmlformats.org/officeDocument/2006/relationships/presProps" Target="/ppt/presProps.xml" Id="R287cfffe0ca6473a" /><Relationship Type="http://schemas.openxmlformats.org/officeDocument/2006/relationships/tableStyles" Target="/ppt/tableStyles.xml" Id="R3bab41eb5fd24bee" /><Relationship Type="http://schemas.openxmlformats.org/officeDocument/2006/relationships/slide" Target="/ppt/slides/slide1.xml" Id="R9d9044e4f1244310" /><Relationship Type="http://schemas.openxmlformats.org/officeDocument/2006/relationships/slide" Target="/ppt/slides/slide2.xml" Id="Rf8607819c67841ce" /><Relationship Type="http://schemas.openxmlformats.org/officeDocument/2006/relationships/slide" Target="/ppt/slides/slide3.xml" Id="R02444a6e06c04039" /><Relationship Type="http://schemas.openxmlformats.org/officeDocument/2006/relationships/slide" Target="/ppt/slides/slide4.xml" Id="R921256183717459a" /><Relationship Type="http://schemas.openxmlformats.org/officeDocument/2006/relationships/slide" Target="/ppt/slides/slide5.xml" Id="Rce5124778f944ed7" /><Relationship Type="http://schemas.openxmlformats.org/officeDocument/2006/relationships/slide" Target="/ppt/slides/slide6.xml" Id="Rcbbb5881cacc4b87" /><Relationship Type="http://schemas.openxmlformats.org/officeDocument/2006/relationships/slide" Target="/ppt/slides/slide7.xml" Id="R9ffe005ac55348ec" /><Relationship Type="http://schemas.openxmlformats.org/officeDocument/2006/relationships/slide" Target="/ppt/slides/slide8.xml" Id="R2e0a33eded3d435d" /><Relationship Type="http://schemas.openxmlformats.org/officeDocument/2006/relationships/slide" Target="/ppt/slides/slide9.xml" Id="Re56a0944d6934737" /><Relationship Type="http://schemas.openxmlformats.org/officeDocument/2006/relationships/slide" Target="/ppt/slides/slide10.xml" Id="R055ce775b0b2415d" /><Relationship Type="http://schemas.openxmlformats.org/officeDocument/2006/relationships/slide" Target="/ppt/slides/slide11.xml" Id="R48c7a393e0b44a19" /><Relationship Type="http://schemas.openxmlformats.org/officeDocument/2006/relationships/slide" Target="/ppt/slides/slide12.xml" Id="R3c32512375344ef0" /><Relationship Type="http://schemas.openxmlformats.org/officeDocument/2006/relationships/slide" Target="/ppt/slides/slide13.xml" Id="R3ea7c3c3b71a4c83" /><Relationship Type="http://schemas.openxmlformats.org/officeDocument/2006/relationships/slide" Target="/ppt/slides/slide14.xml" Id="Rb0fde006b810426c" /><Relationship Type="http://schemas.openxmlformats.org/officeDocument/2006/relationships/slide" Target="/ppt/slides/slide15.xml" Id="R32d5d22dc6f6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bb564591e3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53d0dca4574313" /><Relationship Type="http://schemas.openxmlformats.org/officeDocument/2006/relationships/notesMaster" Target="/ppt/notesMasters/notesMaster1.xml" Id="Ra829c3ea303c4b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02fe53c9746ae" /><Relationship Type="http://schemas.openxmlformats.org/officeDocument/2006/relationships/notesMaster" Target="/ppt/notesMasters/notesMaster1.xml" Id="Reb9ecf0662c8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87f3e8d3e47f9" /><Relationship Type="http://schemas.openxmlformats.org/officeDocument/2006/relationships/notesMaster" Target="/ppt/notesMasters/notesMaster1.xml" Id="Rf3753e43ed8c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21ebb154046de" /><Relationship Type="http://schemas.openxmlformats.org/officeDocument/2006/relationships/notesMaster" Target="/ppt/notesMasters/notesMaster1.xml" Id="R60ddfbb3e8af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76b9e1def475c" /><Relationship Type="http://schemas.openxmlformats.org/officeDocument/2006/relationships/notesMaster" Target="/ppt/notesMasters/notesMaster1.xml" Id="R11ab17109770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392e37a934b4e" /><Relationship Type="http://schemas.openxmlformats.org/officeDocument/2006/relationships/notesMaster" Target="/ppt/notesMasters/notesMaster1.xml" Id="R919cd1acc61c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81615d41f40cd" /><Relationship Type="http://schemas.openxmlformats.org/officeDocument/2006/relationships/notesMaster" Target="/ppt/notesMasters/notesMaster1.xml" Id="Rb8258eb8af08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a6bb3d31c43ca" /><Relationship Type="http://schemas.openxmlformats.org/officeDocument/2006/relationships/notesMaster" Target="/ppt/notesMasters/notesMaster1.xml" Id="Rc108d3277ce94b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8a9060e76402c" /><Relationship Type="http://schemas.openxmlformats.org/officeDocument/2006/relationships/notesMaster" Target="/ppt/notesMasters/notesMaster1.xml" Id="Rac22423720a844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70cc4336d49fd" /><Relationship Type="http://schemas.openxmlformats.org/officeDocument/2006/relationships/notesMaster" Target="/ppt/notesMasters/notesMaster1.xml" Id="Rea115cc9868a4c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757a6f865e49ab" /><Relationship Type="http://schemas.openxmlformats.org/officeDocument/2006/relationships/notesMaster" Target="/ppt/notesMasters/notesMaster1.xml" Id="Rbec3a662b00e48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d04fafb2147a6" /><Relationship Type="http://schemas.openxmlformats.org/officeDocument/2006/relationships/notesMaster" Target="/ppt/notesMasters/notesMaster1.xml" Id="R9f88210f29b542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dca66e8bc04510" /><Relationship Type="http://schemas.openxmlformats.org/officeDocument/2006/relationships/notesMaster" Target="/ppt/notesMasters/notesMaster1.xml" Id="R9eab4820b20948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ac50c73eba48fc" /><Relationship Type="http://schemas.openxmlformats.org/officeDocument/2006/relationships/notesMaster" Target="/ppt/notesMasters/notesMaster1.xml" Id="R6e2c44755c924f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8f106f71e74a76" /><Relationship Type="http://schemas.openxmlformats.org/officeDocument/2006/relationships/notesMaster" Target="/ppt/notesMasters/notesMaster1.xml" Id="R8b3f76aa10ff40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важен затоа што го објаснува терминот Purple Team. Црвениот дел собира доказ, синиот дел ја ограничува акцијата и предлага поправка, а Purple циклусот повторно го проверува системот после промената.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го објаснувам најважниот workflow. Црвената линија не започнува со exploit. Започнува со одобрување на локален target, потоа Nmap, потоа верификација. Ова е намерно fail-closed: ако policy или scope не одобрат, tools_called останува празно.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857997dc546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f0f8b4bf71408e" /><Relationship Type="http://schemas.openxmlformats.org/officeDocument/2006/relationships/slideLayout" Target="/ppt/slideLayouts/slideLayout1.xml" Id="Rf384ad0520b44f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4ad0520b44f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c1f7da40445e" /><Relationship Type="http://schemas.openxmlformats.org/officeDocument/2006/relationships/image" Target="/ppt/media/image.png" Id="Re4ba1c6252574e23" /><Relationship Type="http://schemas.openxmlformats.org/officeDocument/2006/relationships/notesSlide" Target="/ppt/notesSlides/notesSlide1.xml" Id="R656793126e14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3e0ebd63746fc" /><Relationship Type="http://schemas.openxmlformats.org/officeDocument/2006/relationships/notesSlide" Target="/ppt/notesSlides/notesSlide2.xml" Id="Rf6a1952ae24b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d5d065106419c" /><Relationship Type="http://schemas.openxmlformats.org/officeDocument/2006/relationships/notesSlide" Target="/ppt/notesSlides/notesSlide3.xml" Id="R1b310173aa484e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861d59d984636" /><Relationship Type="http://schemas.openxmlformats.org/officeDocument/2006/relationships/notesSlide" Target="/ppt/notesSlides/notesSlide4.xml" Id="R3ddf9316c7ed45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f5e0cb81441ac" /><Relationship Type="http://schemas.openxmlformats.org/officeDocument/2006/relationships/notesSlide" Target="/ppt/notesSlides/notesSlide5.xml" Id="R188026b6947d4c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5db09555c43fb" /><Relationship Type="http://schemas.openxmlformats.org/officeDocument/2006/relationships/notesSlide" Target="/ppt/notesSlides/notesSlide6.xml" Id="Re014fd54c12243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035937e4e4376" /><Relationship Type="http://schemas.openxmlformats.org/officeDocument/2006/relationships/image" Target="/ppt/media/image2.png" Id="Rab9dfd30f30642a7" /><Relationship Type="http://schemas.openxmlformats.org/officeDocument/2006/relationships/notesSlide" Target="/ppt/notesSlides/notesSlide7.xml" Id="Re91f601ab50d48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6c7c778434396" /><Relationship Type="http://schemas.openxmlformats.org/officeDocument/2006/relationships/image" Target="/ppt/media/image3.png" Id="Rd44296025a07415b" /><Relationship Type="http://schemas.openxmlformats.org/officeDocument/2006/relationships/notesSlide" Target="/ppt/notesSlides/notesSlide8.xml" Id="R40fafef48d8d41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c71b02f2b4437" /><Relationship Type="http://schemas.openxmlformats.org/officeDocument/2006/relationships/notesSlide" Target="/ppt/notesSlides/notesSlide9.xml" Id="R6288ccd26cfb45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fd9b14fb64717" /><Relationship Type="http://schemas.openxmlformats.org/officeDocument/2006/relationships/notesSlide" Target="/ppt/notesSlides/notesSlide10.xml" Id="R7337cb41009049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a9e57f2734c06" /><Relationship Type="http://schemas.openxmlformats.org/officeDocument/2006/relationships/image" Target="/ppt/media/image4.png" Id="R1e530258bd8142a6" /><Relationship Type="http://schemas.openxmlformats.org/officeDocument/2006/relationships/image" Target="/ppt/media/image5.png" Id="R4115c7cd970044cc" /><Relationship Type="http://schemas.openxmlformats.org/officeDocument/2006/relationships/notesSlide" Target="/ppt/notesSlides/notesSlide11.xml" Id="R13dc35ae0f65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e0c7427e045f8" /><Relationship Type="http://schemas.openxmlformats.org/officeDocument/2006/relationships/notesSlide" Target="/ppt/notesSlides/notesSlide12.xml" Id="R79a18bd2dd244f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3b4d03d024c94" /><Relationship Type="http://schemas.openxmlformats.org/officeDocument/2006/relationships/notesSlide" Target="/ppt/notesSlides/notesSlide13.xml" Id="R3d8bfd70349d4e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1251093754b25" /><Relationship Type="http://schemas.openxmlformats.org/officeDocument/2006/relationships/notesSlide" Target="/ppt/notesSlides/notesSlide14.xml" Id="Re343ecd839844f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c089c8a584095" /><Relationship Type="http://schemas.openxmlformats.org/officeDocument/2006/relationships/notesSlide" Target="/ppt/notesSlides/notesSlide15.xml" Id="R8dcd65cd0a4e4b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3BE08-19C6-4907-9D5E-8D76A05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6"/>
          </a:solidFill>
          <a:ln xmlns:a="http://schemas.openxmlformats.org/drawingml/2006/main" w="9525">
            <a:solidFill>
              <a:srgbClr val="0815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98FC0-5440-4BC0-9F15-1CE2E5E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a1c6252574e23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1B2A-E191-4AC4-827D-9CB8EFF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5A14E-73FD-4428-B72D-BC8CBCE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8B3C3-25E8-486B-9B2D-6A8DD5B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7B889-9105-4DC4-AB9B-1CD6DB83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64B2F-FCC6-409A-B42C-CBAEB26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E937-773F-45AE-953F-3ED4215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83A36-53E6-47CC-8E22-38374E35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870F5-E9C5-4DFE-A1A5-6EA54E4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57366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F702F-101D-4F0D-BC4D-667C65F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C0000-E320-464B-8CEC-0EC0029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0D357-1514-4D23-BC0A-4860EC7F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7767B-E62A-4F9B-91C1-1E56A76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5BF4A-27A9-480B-B06C-72F6B505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BB9AF-908B-49B9-B35E-D46588A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594DA-CC02-4E3A-ACD0-6F0005B5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18E18-191A-4AAC-8F8A-E6DB13B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A13B9-8065-4E20-B5A3-BFFC554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DE6BD-F73D-424C-8ACC-CF53E034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F2960-E280-4BF2-8469-9CEF8C3D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C99E-4E87-4798-AAF1-46CBD9F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CF8F4-07FF-4B0F-A2DD-C526173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77533-4ED7-4E56-981A-BCCDDB5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6650D-DD95-49C4-89B0-9283F95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13C9C-8C84-4CBF-8E8D-C8EC86E4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7467F-CAA8-4925-9E44-BC5CF1B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3BD2E-53DD-40B2-899C-0277C30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53970-A71E-456F-9B7E-D31CB35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9C322-56B2-4935-833E-7029681D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12565339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D11DF-13BE-4E48-A19E-793F4C3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538F2-5637-4D05-9D18-923B9957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CECB3-7D9F-4D0A-9743-63C0777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Еден контролен циклус ја поврзува проценката со поправката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5D70B-17D4-4021-AB13-01694E3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5D980-8866-475F-9E52-311B8C32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5BD4-B752-44BC-B3DE-FD09EEBC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E4A6-C582-473E-926F-6EEAB277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81A31"/>
          </a:solidFill>
          <a:ln xmlns:a="http://schemas.openxmlformats.org/drawingml/2006/main" w="9525">
            <a:solidFill>
              <a:srgbClr val="6D29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9709A-4C1C-476D-A85F-EF8BF2B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7A970-B2DE-453F-A2C5-904B384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Пронаоѓа и потврдува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3E330-711D-4AB1-912F-F1D4078A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scanner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Redis / HTTP verifier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Metasploit catalog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68BA2-DB92-47F2-828F-1E2EEEA0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32843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35249-7BA8-4713-AA5F-B6210459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4376A-6960-43E7-B1B1-E4B8C102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Го ограничува и поправа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C4A83-7C44-4ADE-BDDB-D8B4D32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238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Policy Guardian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Ethical Scope Guard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Remediation + retest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C47EE-008A-4ABB-8CE7-644C089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D2D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BDD9E-FD5A-498D-BD02-3E5F44E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AB25D-EA1A-4670-9DE4-2D5DF395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Учиме од истиот наод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274D9-08F9-4BC6-B01D-C12140E1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OPEN → извештај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рачно закрпување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FIXED → retest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учење со audit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3EA57-C9AE-4C6A-A79B-2C776DF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57575"/>
            <a:ext cx="771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E0D3E-88C0-4211-8B26-81AA95D7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57575"/>
            <a:ext cx="771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A7E2C-6E54-40FC-BA25-BEA88323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AEGIS не е автоматски напаѓач. Тој е контролирана повратна врска меѓу проверката и одбраната.</a:t>
            </a:r>
          </a:p>
        </p:txBody>
      </p:sp>
    </p:spTree>
    <p:extLst>
      <p:ext uri="{BB962C8B-B14F-4D97-AF65-F5344CB8AC3E}">
        <p14:creationId xmlns:p14="http://schemas.microsoft.com/office/powerpoint/2010/main" val="47285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078A9F-B7FA-4FE0-A284-7EFC9257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BDCB9-9103-49C0-AB50-8EEB6F0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B40FA-9F2A-4F19-A9FE-122EB186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79694-9AA0-4778-9164-5A4BC9BB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14F60-AB74-46F4-B3C7-FBA09A3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B8034-EC3B-4B12-855F-2687D6DE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F012B-E018-46F8-82C7-C18DA6A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845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807F0-4E8E-47C7-831C-65571E3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27E95-94DF-4086-8D93-D23532F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DDFB5-61B1-4E14-9B21-64EE939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28284-A75F-4A96-B6C6-FF4CCCA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C6C69-CBBE-4411-933F-FF925984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C4DA5-9F89-4BFC-B113-D2F5D92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8D5F5-EDDE-4418-A1A5-C9C54084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FBE62-04E7-4649-BA46-915BCBE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E0489-357B-4A79-B48A-42A765F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B9A95-0122-4DED-82E2-0F0750F9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8EA5E-F43A-4053-8C3B-6D8CA354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145F1-54EE-4634-AF69-E6577E4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70889-9C9F-436D-A772-AEDCB8B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9EE2D-0C1E-45A3-81C5-80F50C8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54986-CB57-43B9-968F-94C916F1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C69BC-B1B1-4C4A-9E95-1E67521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AE0E4-FCFB-49D7-AEB0-BE68EBD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A89C8-CD01-4294-B3B0-35E51A4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368BB-AF0D-4A69-ACF6-25B74C0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DC3814-AA55-4240-89C6-049A15D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4D0F8-5B3E-400A-AD88-3520A63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99B50-F48F-4AD8-96DE-42BC799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1993A-3AF6-4553-BD41-B4C80089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CFF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164A6-6C4D-4A03-A543-58137B1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CFF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6BA48-1608-4DEF-A333-A146D4D9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5A419-4A7A-432A-817B-C6A4BCF1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1BCB08-0A95-4FAE-A248-2F2957C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44729-E955-458C-AABE-B9C920F9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F5848-0289-4DF3-9699-40B44BF9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746944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63631B-6047-4A6D-B30A-31356A1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04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02F72-81FF-4584-A025-EA6AA8F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98A16-0D60-4BBF-A3C9-5290CD2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035FD-5DF3-4FD3-BE76-0BC949D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EEAD9-3057-43D9-974C-32E405A9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F6699-14B6-48BC-A9DF-1BFA6727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5DCEF-3AF3-4139-B6AA-9ABD351D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479EE-41F2-42AD-BDFA-71BD1602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59A8B-8624-4A77-81BD-C15793B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CFC5E-D8E5-402B-9C19-59E351D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F72D-D084-4B2D-98E7-44F2284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E1056-946C-4C4C-9588-7D15094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8AC35-A7CD-4CF7-8308-CD3CA0BC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090ED-F77E-410E-AA0C-E02A643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D0C95-5AAE-46B8-8B37-D8CEB60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7D0C-7300-4F59-93ED-E146BB77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99D86-3F80-4F70-B9A6-D3E87B1F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604EA-9960-4A87-9BF1-53527405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A4CFE-EF57-40E3-9448-FE015CE8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55578-6C3C-4CB8-AE6B-508C247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B8CA7-805C-4F74-95B4-21BBD18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4177C-8097-4432-9E75-B1643265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12B5F-4B43-4C07-BCF6-CD1B741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C688C-1D73-45E4-8E7C-127E27AC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F0E97-7EB2-42ED-8C4B-03C4908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AF36D-8970-4F12-A378-990154BD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DD5EC-E514-4572-8425-CB70FFBA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F8EA8-9F13-4874-905F-E9C63A7F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196D85-0D91-45E2-AB37-010CF9D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CA960-E051-4967-B4EB-3085689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32EB1-EF38-459B-8D3B-D281374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D7B66E-F375-4D27-A09A-445B5032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C6B1D-884D-4C8F-B96B-9AD78F4E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4C76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4C76B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6556B-D682-4810-8830-4EB494C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2E72B-EADD-4030-98D9-672562F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9B9E2-705E-4107-87F0-E50EABD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9629BD-1980-4D2A-80A0-09775C2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60329-347D-484A-8B12-62C4A96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4C76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4C76B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F56B03-EF0A-4C48-9A14-3C8F8259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29BDB7-AC14-4505-8473-7C72F43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74197A-4BB0-4A4A-84B2-55F5126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EE3498-4003-46B3-8300-5157836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7F6268-FD38-4452-A244-F69621E3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2BE5CB-FC97-4D97-B096-CE0DFE61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C2DCD5-6558-4674-AA1A-B64B247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after patch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BE9922-A3BF-487F-8F6E-08FD996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Позитивен пример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B20CD6-E6D1-41A8-BDFC-6239D153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redis-lab:6380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48357E-91D3-4EE7-B208-D5595B9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гледа отворена порта. Redis verifier проверува автентикација. Само verifier може да произведе CWE-306 наод.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6A942D-01A3-45A3-95A3-FC41DFF8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C05E16-4746-420D-8E67-96ED5D28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После рачно внесена закрпа, истиот pipeline повторно се извршува и ја споредува моменталната состојба со претходниот OPEN report.</a:t>
            </a:r>
          </a:p>
        </p:txBody>
      </p:sp>
    </p:spTree>
    <p:extLst>
      <p:ext uri="{BB962C8B-B14F-4D97-AF65-F5344CB8AC3E}">
        <p14:creationId xmlns:p14="http://schemas.microsoft.com/office/powerpoint/2010/main" val="1668225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92798-3F31-4AE1-9CA5-87FF48D8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05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B023-BD89-4BDD-8754-EFAF62E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4375-1BD6-44D2-8E29-0CA2A687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3298-3E57-402B-A712-E1D0393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281C2-76F4-4DE0-B54F-3328C08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E8C57-DDFF-4E92-87DB-E671A83B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11FD2-EAD4-443D-86C2-4BD09C19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DFD5E-5A7A-4788-835E-6AFF885C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844D4-1ACA-46BE-AB2F-C22C6EF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66BAA-29D9-4F45-B16C-74B9A4FA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2697B-38A8-48CB-90D9-D7177D2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A948C-BC05-4089-BB5D-492CD3EE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CFF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DCFBF-74A6-43DB-9888-EF465BB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4E262-0E37-4B91-B412-7B7581C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97BAF-3DEB-4DB6-B4F4-7109DBDD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272A0-D4FC-41D4-9CA2-2A8E878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A8AF2-4C22-4575-BDB7-E943498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36B64-6CD1-4168-9289-FCE3EEC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Docker ports се врзани само на 127.0.0.1. Нема скенирање на интернет, нема произволен host и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4A55F-233E-4A89-BD25-D3D78CE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03B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6D544-B0F5-46CD-B1FA-EA4A9B85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demo-app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AEGIS target registry = label + explicit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54B6B-4BBF-444B-A412-0CF0A1CD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6F7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F79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E546E-F814-441B-8B7F-A667832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864769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A09DA-67AD-4CCC-8E7D-8EEF82B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06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65CAC-D541-42E1-930D-4E822E25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5F7C8-3933-4E75-8464-8C94C1D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FAAA2-887E-4F9B-A90E-94EC82E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D7B6D-DCEB-4FAE-AB16-2146F0C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B8EE7-ABC5-4B81-9549-E9483F40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dfd30f30642a7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E68CF-4672-4DE8-9467-3BB1E5EB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861CB-73F6-4790-B3DC-0F55A968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F0039-C624-4317-A0F0-C4F1949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CB7DE-6C85-4999-BBD3-48A5AB9B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760D3-09A6-49F9-8F59-F15D2D6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F1962-0392-4E24-8122-3ED87B21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7B34A-96D9-432A-B0FC-CB4AF6B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633EC-49D2-4994-BFE7-75489C0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B1C41-8AE6-44A7-ADFC-58E28D0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748B6-939F-4AB0-9CD0-DA3FFC4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CA459-A8CE-4308-B477-0B372E8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03B5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3820D-7013-45F2-AB5A-1535933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1421218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CC663-DF83-40E0-919A-5C334F76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07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96DA3-F214-4426-93E3-2BB1A2CA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DBDB2-D507-4C05-8DDB-FBE6F7D5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B2577-3192-4CB4-92DE-4B2E845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5892F-64E0-4B59-8A60-0D7DB59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7CB5C-D08C-4FE4-8204-D917CBF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296025a07415b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FADEB-FF21-408F-9871-035E30BD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3B35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51ACD-27B4-4BFD-A672-50D398C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F1D6E-3A08-4004-9065-C922909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F5F8FC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DB22F-E5B9-4FC3-8130-EABD7E3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A1730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2A3E2-7F48-4057-9EB2-BB14749A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C3B1F-9646-4BF4-B3ED-A18238AB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D26E8-ACF4-47E1-9110-199FC6B5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1216905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CBFB4-5613-46F3-816A-2AB11370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08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2CF1-1E8F-412E-B599-CEE6FD9C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35886-8AEB-4E74-92AF-FE87177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56F5F-C7D5-4390-9735-8A27C4E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D2A8D-3637-4889-9AE7-04FB07B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00A83-7120-4211-AC35-75E4F020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1EDF-12A3-496F-AD0F-C9D29C6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F06F7-2910-4015-85C9-B9E7E32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5F8FC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F5F8FC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71F53-71C1-445C-9832-F715226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6C872-1B3C-466D-93AC-89EBBC4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1A809-C0C2-49D0-B1D8-415B181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49C6E-09D9-471F-A653-1F593FA9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E692E-C657-4D33-8C0F-36FC637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3C7AA-8C20-4BD3-9B1D-44A5A80D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A2604-BC00-40CD-ABBF-EC5F6545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C3ED6-2E72-498F-B4DA-23DDA6CF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03A5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31B38-DC9C-4ED3-9A06-6F1038A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4FF56-6439-41E4-A386-FDAA45BD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25ED1-2777-415B-BD31-404A6E5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D97B5-0C73-45BC-A9BB-4593EBCF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73956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226F1-D0A6-43EC-BA77-882C327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09  •  MULTI-MODEL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FCF32-1F20-4BD8-9262-653FFE98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Повеќе LLM улоги во еден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5BDE7-760C-4D0B-A78E-251B86B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Различни модели имаат различна задача и можат да се сменат од интерфејсот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718A1-F962-4A87-911B-78E03FB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3A66-96AD-4008-92F0-9BFAE49E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DC53F-4782-4597-92BF-B502A98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80C65-ADE5-4D28-BBAE-411DA71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927C-3538-490F-81C7-792220C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BB731-6D7B-4061-B86F-DB856BD0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D1438-8E52-4B74-BBB2-8B8B7B2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50F19-318D-4CCB-8134-814313AE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E0E19-C49E-432F-A500-D3FCDF7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7D29-27F9-4384-B4AA-812C2C5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743"/>
          </a:solidFill>
          <a:ln xmlns:a="http://schemas.openxmlformats.org/drawingml/2006/main" w="9525">
            <a:solidFill>
              <a:srgbClr val="F4C7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6030F-D565-41B4-9C05-33983B0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543F8-084B-4050-970C-32AE4398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35910-7EA5-462A-8CF2-D750DC95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CFF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FED9B-B6C9-4C89-AC18-B75D351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0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924D7-6D48-4D31-880A-BC22F9E4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832B3-AAC9-4AC8-A8CF-C771C0D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27E61-2C9E-45B9-9499-DFC18AA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7187A3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8B44A-E43E-4074-9FC4-02F6E2CD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845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5EF4E-D497-46C3-8BD4-7CC6F277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BD271-91D1-4307-9AF5-E4A3F9C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5F8FC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254404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E9C5E-F9A1-4FBE-A496-70C42B7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10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F87AE-64FB-46E4-96B4-4A8FA4B5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FE3BE-18E0-4F93-9B3E-E8B977FA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D8544-F03F-4F9E-B38D-FD5A55BB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3D5F9-DBE6-4BBF-AC50-D9768AC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B5494-8A1C-4471-B709-E5E80B7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0258bd8142a6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5c7cd970044cc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52984-3AC5-4E30-9A22-9A5D4BDC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6D294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8A15F-FD25-4453-BEBA-06BB609B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0C199-1E30-4DF9-B776-8E118D57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DCE45-306C-44D5-9B00-CC4338B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6914D-CD15-42F7-9C61-419E0B52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6A7E6-EE6B-4874-9DED-E66AA83E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46DBD-24B1-4FC1-8BEF-CF4228DA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233926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EDC60-66E8-4FA3-90A9-68C7140A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11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61782-69FD-40C2-9FED-BD86D689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Metasploit каталог без автоматски exploit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AB31F-4681-4057-AD4A-0ACB29C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Системот може да пребара кандидати и да побара LLM match, но execution останува исклучен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108C7-BF49-484D-9BF1-956A175F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99C23-0718-484A-975A-F452A28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8E072-FDF1-4E47-B0EE-A48E92A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8D29F-FAC1-44FF-8FC3-A1B952B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281A31"/>
          </a:solidFill>
          <a:ln xmlns:a="http://schemas.openxmlformats.org/drawingml/2006/main" w="9525">
            <a:solidFill>
              <a:srgbClr val="6D29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2806B-09E7-45E1-AE0B-3489858F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B3121-C2E1-4E45-B6D4-589F006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C838B-016D-4807-844D-BAE91C7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Ограничен Docker/network scope</a:t>
            </a:r>
          </a:p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Без payload и без target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FF1F0-8760-445B-9390-73FBA8C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32843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186EA-0224-4991-AA53-272B9EF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90DEA-FE84-439C-B63B-13ACB231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LLM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8C8AE-98CA-4BEE-83B8-869A6AA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Моделот гледа само листа на дозволени имиња и го поврзува кандидатот со верификуваниот finding.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6B6A4-409D-42BC-8C9C-F0297EE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02D2D"/>
          </a:solidFill>
          <a:ln xmlns:a="http://schemas.openxmlformats.org/drawingml/2006/main" w="9525">
            <a:solidFill>
              <a:srgbClr val="64E3C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68D67-0571-4A3E-AA98-7084C19C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5941A-D306-4CC7-B9B2-71CF68B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F015E-7E7E-406D-B4AB-BEE11683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AEGIS не стартува exploit модул. Професорот/операторот гледа доказ и одлучува што е дозволено во изолирана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72DCA-CE6E-4EA9-8B50-C2E68E0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86150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9"/>
          </a:solidFill>
          <a:ln xmlns:a="http://schemas.openxmlformats.org/drawingml/2006/main" w="9525">
            <a:solidFill>
              <a:srgbClr val="FF6F7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25725-1B16-45CA-B1A0-A3757F6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86150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CFF"/>
          </a:solidFill>
          <a:ln xmlns:a="http://schemas.openxmlformats.org/drawingml/2006/main" w="9525">
            <a:solidFill>
              <a:srgbClr val="6E9C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DFB96-9218-45DB-9930-D3D6645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4C76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C76B"/>
                </a:solidFill>
                <a:latin typeface="Arial"/>
                <a:ea typeface="Arial"/>
                <a:cs typeface="Arial"/>
              </a:rPr>
              <a:t>Резултат во моменталната Windows конфигурација: каталогот е опционален и може да биде unavailable ако native Ruby компонентата е блокирана.</a:t>
            </a:r>
          </a:p>
        </p:txBody>
      </p:sp>
    </p:spTree>
    <p:extLst>
      <p:ext uri="{BB962C8B-B14F-4D97-AF65-F5344CB8AC3E}">
        <p14:creationId xmlns:p14="http://schemas.microsoft.com/office/powerpoint/2010/main" val="4356961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50685-061D-4E90-A306-53271DC6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12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03FD1-BCB1-4F1D-98EC-03F28CDB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44362-FF1A-4FC0-A892-B97A22A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86728-C67A-4F88-9344-03BA586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6C5AE-3BB0-45D7-8580-E481D86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CB28-BD3F-4C2D-868E-8167FD04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B0985-DB69-4365-8D5D-396648F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03B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50C60-12E8-470F-B0A6-FC42E532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DB9EA-2765-499D-9C47-7173987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84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CA2BA-98A5-4B6B-BB41-6796584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BDDC6-FCA8-4719-9FC4-6E57E39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E25FF-F53D-43ED-A656-3E441BB8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014D6-895C-4699-A08C-7247DE97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4C76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C76B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21318893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06C1B1-F737-4D36-8BB9-FF15BB9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13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774DD-A047-4819-92F7-8FFA8E41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92B7-FA53-4766-B446-71D7853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16AE-A449-4687-9FD2-CB60EC9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D0DAB-F0B1-464F-A7BA-7112802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BB5C4-CF65-4A25-A083-41FAE81B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544CA-C34B-4C11-BF04-0080572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187A3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7187A3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451A3-553B-40EB-B9F3-555DAD3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7187A3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7187A3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F1335-D28A-445C-BB01-ECFDF453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92C04-9A3F-4EB4-84F1-1766BBD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E22A4-77B7-4DF5-8EDD-36FC5228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91642-D261-40EE-9911-905E89B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9FE2C-BA18-48CE-BBB0-0AD12160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C72BA-D4A5-4725-BE3F-4BC71A0C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969D3-52C7-44F5-917F-6572EAA3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E8802-852D-4CEB-AB5D-5C29D4D3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7E18F-4267-47BC-B569-8866574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5A88C-B8F1-4282-8341-B54389C0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E473A-D6C0-4F1A-9EAB-01483F5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C8B05-F6D3-4E29-973D-908D8F4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FBB17-A2F9-4BDA-A717-5391DBFB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2356C-B768-4DFF-AC4A-E97C09E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D0B40-F23B-4B41-BFA1-FADC516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10677-8306-4DC7-91BB-EE910BE0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11A70-9E06-4FAD-B2F1-603C616E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1D876-046E-45A4-A2D7-BF17A02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C7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C76B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14392-2352-4FBB-94D6-C9E102B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751F2-ABD7-4845-9792-B12C0C2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769DA-1C2C-4E64-BF4B-3EDF361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6F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F79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EA512-9434-4578-B0DD-5F9B52AB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1C355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D6FCE-84CC-49D1-B996-1FD33BCE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7FBFF-B94F-4264-B136-A561C030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C7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C76B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26038-8E20-4A83-BFF3-6E281CE3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642144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B62D8-2C6B-4E80-B63A-69387041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14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E8475-5415-45AA-A925-011E88F8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13DC-AAA4-4178-A2BA-1C17298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Безбедна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D019B-0384-4B40-A00A-0703269D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8C5"/>
          </a:solidFill>
          <a:ln xmlns:a="http://schemas.openxmlformats.org/drawingml/2006/main" w="9525">
            <a:solidFill>
              <a:srgbClr val="3868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07A59-152C-4671-91F3-21FC99DE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C2E6E-ED1E-4EB4-9968-1C294FE1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187A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187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AE60E-E821-4932-A517-B4CD7739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64E3C0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64E3C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953D-0DE9-4EA9-B51D-EE700584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Реален алат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E1289-2CFB-4764-9FA9-DA0199D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Nmap се повикува како процес и резултатот се предава на triage агент.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C1AFB-56C8-4ECB-B23D-BD409DB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6E9CF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6E9C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1BA47-0873-49D9-BD49-E4777FA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Проверлив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44BE9-F140-4156-8930-82D3897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Verifier одлучува OPEN, FIXED или NO_FINDING; LLM помага со контекст и препорака.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2C258-DF28-497A-B023-9C13C02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6F79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FF6F7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647F0-B9BC-4340-BAED-FC86EC8A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Етичка граница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5DF90-E9BE-4835-9C06-0B42325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9BB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BD0"/>
                </a:solidFill>
                <a:latin typeface="Arial"/>
                <a:ea typeface="Arial"/>
                <a:cs typeface="Arial"/>
              </a:rPr>
              <a:t>Scope, prompt и transfer guards го запираат target надвор од лабораторијата и неовластено дејствување.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4D830-601F-4C98-B1BA-7B23EDB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E2038"/>
          </a:solidFill>
          <a:ln xmlns:a="http://schemas.openxmlformats.org/drawingml/2006/main" w="9525">
            <a:solidFill>
              <a:srgbClr val="2845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95F39-7193-460B-83EC-84E08FB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5F8F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5F8FC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DCE9B-8587-492C-9BC7-60952E8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A9BBD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D4168-242E-4BD3-82B4-29ADB9B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72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4E3C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4E3C0"/>
                </a:solidFill>
                <a:latin typeface="Arial"/>
                <a:ea typeface="Arial"/>
                <a:cs typeface="Arial"/>
              </a:rPr>
              <a:t>Ви благодарам</a:t>
            </a:r>
          </a:p>
        </p:txBody>
      </p:sp>
    </p:spTree>
    <p:extLst>
      <p:ext uri="{BB962C8B-B14F-4D97-AF65-F5344CB8AC3E}">
        <p14:creationId xmlns:p14="http://schemas.microsoft.com/office/powerpoint/2010/main" val="1609874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2026-09-22T13:40:15.7300000Z</dcterms:created>
  <dcterms:modified xsi:type="dcterms:W3CDTF">2026-09-22T13:40:15.7300000Z</dcterms:modified>
</coreProperties>
</file>