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eda5ac9fb4170" /><Relationship Type="http://schemas.openxmlformats.org/officeDocument/2006/relationships/extended-properties" Target="/docProps/app.xml" Id="R404a55f766654a6e" /><Relationship Type="http://schemas.openxmlformats.org/officeDocument/2006/relationships/officeDocument" Target="/ppt/presentation.xml" Id="R4c60d59ccaf2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bbc9575ef4e70"/>
  </p:sldMasterIdLst>
  <p:notesMasterIdLst>
    <p:notesMasterId xmlns:r="http://schemas.openxmlformats.org/officeDocument/2006/relationships" r:id="R92e3578b59724bdd"/>
  </p:notesMasterIdLst>
  <p:sldIdLst>
    <p:sldId xmlns:r="http://schemas.openxmlformats.org/officeDocument/2006/relationships" id="256" r:id="R37cda1c10d994445"/>
    <p:sldId xmlns:r="http://schemas.openxmlformats.org/officeDocument/2006/relationships" id="257" r:id="R859ab2e6980941b0"/>
    <p:sldId xmlns:r="http://schemas.openxmlformats.org/officeDocument/2006/relationships" id="258" r:id="Rdd5ae15af615444f"/>
    <p:sldId xmlns:r="http://schemas.openxmlformats.org/officeDocument/2006/relationships" id="259" r:id="R3f2dacab1c2945af"/>
    <p:sldId xmlns:r="http://schemas.openxmlformats.org/officeDocument/2006/relationships" id="260" r:id="R70349d3ad7a94d68"/>
    <p:sldId xmlns:r="http://schemas.openxmlformats.org/officeDocument/2006/relationships" id="261" r:id="R6dd3e87fe10f4526"/>
    <p:sldId xmlns:r="http://schemas.openxmlformats.org/officeDocument/2006/relationships" id="262" r:id="Rdeb43cd61951434d"/>
    <p:sldId xmlns:r="http://schemas.openxmlformats.org/officeDocument/2006/relationships" id="263" r:id="Rfc340ec52bcf40b5"/>
    <p:sldId xmlns:r="http://schemas.openxmlformats.org/officeDocument/2006/relationships" id="264" r:id="Rcc224ebb5212496d"/>
    <p:sldId xmlns:r="http://schemas.openxmlformats.org/officeDocument/2006/relationships" id="265" r:id="R0798df0db3ca4792"/>
    <p:sldId xmlns:r="http://schemas.openxmlformats.org/officeDocument/2006/relationships" id="266" r:id="R3d58da891f354711"/>
    <p:sldId xmlns:r="http://schemas.openxmlformats.org/officeDocument/2006/relationships" id="267" r:id="R877bc52b80334a07"/>
    <p:sldId xmlns:r="http://schemas.openxmlformats.org/officeDocument/2006/relationships" id="268" r:id="R766bd9c3cb5749cd"/>
    <p:sldId xmlns:r="http://schemas.openxmlformats.org/officeDocument/2006/relationships" id="269" r:id="R2b246ef86bc04645"/>
    <p:sldId xmlns:r="http://schemas.openxmlformats.org/officeDocument/2006/relationships" id="270" r:id="R0fe771d5c3924a54"/>
    <p:sldId xmlns:r="http://schemas.openxmlformats.org/officeDocument/2006/relationships" id="271" r:id="R0b662e80844443e0"/>
    <p:sldId xmlns:r="http://schemas.openxmlformats.org/officeDocument/2006/relationships" id="272" r:id="R2b464e34274e4ee7"/>
    <p:sldId xmlns:r="http://schemas.openxmlformats.org/officeDocument/2006/relationships" id="273" r:id="R22f62fa19db34d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62335afba5439f" /><Relationship Type="http://schemas.openxmlformats.org/officeDocument/2006/relationships/slideMaster" Target="/ppt/slideMasters/slideMaster1.xml" Id="R85cbbc9575ef4e70" /><Relationship Type="http://schemas.openxmlformats.org/officeDocument/2006/relationships/notesMaster" Target="/ppt/notesMasters/notesMaster1.xml" Id="R92e3578b59724bdd" /><Relationship Type="http://schemas.openxmlformats.org/officeDocument/2006/relationships/presProps" Target="/ppt/presProps.xml" Id="R785740f3cfd841e3" /><Relationship Type="http://schemas.openxmlformats.org/officeDocument/2006/relationships/tableStyles" Target="/ppt/tableStyles.xml" Id="R5e9f876ea8264d7d" /><Relationship Type="http://schemas.openxmlformats.org/officeDocument/2006/relationships/slide" Target="/ppt/slides/slide1.xml" Id="R37cda1c10d994445" /><Relationship Type="http://schemas.openxmlformats.org/officeDocument/2006/relationships/slide" Target="/ppt/slides/slide2.xml" Id="R859ab2e6980941b0" /><Relationship Type="http://schemas.openxmlformats.org/officeDocument/2006/relationships/slide" Target="/ppt/slides/slide3.xml" Id="Rdd5ae15af615444f" /><Relationship Type="http://schemas.openxmlformats.org/officeDocument/2006/relationships/slide" Target="/ppt/slides/slide4.xml" Id="R3f2dacab1c2945af" /><Relationship Type="http://schemas.openxmlformats.org/officeDocument/2006/relationships/slide" Target="/ppt/slides/slide5.xml" Id="R70349d3ad7a94d68" /><Relationship Type="http://schemas.openxmlformats.org/officeDocument/2006/relationships/slide" Target="/ppt/slides/slide6.xml" Id="R6dd3e87fe10f4526" /><Relationship Type="http://schemas.openxmlformats.org/officeDocument/2006/relationships/slide" Target="/ppt/slides/slide7.xml" Id="Rdeb43cd61951434d" /><Relationship Type="http://schemas.openxmlformats.org/officeDocument/2006/relationships/slide" Target="/ppt/slides/slide8.xml" Id="Rfc340ec52bcf40b5" /><Relationship Type="http://schemas.openxmlformats.org/officeDocument/2006/relationships/slide" Target="/ppt/slides/slide9.xml" Id="Rcc224ebb5212496d" /><Relationship Type="http://schemas.openxmlformats.org/officeDocument/2006/relationships/slide" Target="/ppt/slides/slide10.xml" Id="R0798df0db3ca4792" /><Relationship Type="http://schemas.openxmlformats.org/officeDocument/2006/relationships/slide" Target="/ppt/slides/slide11.xml" Id="R3d58da891f354711" /><Relationship Type="http://schemas.openxmlformats.org/officeDocument/2006/relationships/slide" Target="/ppt/slides/slide12.xml" Id="R877bc52b80334a07" /><Relationship Type="http://schemas.openxmlformats.org/officeDocument/2006/relationships/slide" Target="/ppt/slides/slide13.xml" Id="R766bd9c3cb5749cd" /><Relationship Type="http://schemas.openxmlformats.org/officeDocument/2006/relationships/slide" Target="/ppt/slides/slide14.xml" Id="R2b246ef86bc04645" /><Relationship Type="http://schemas.openxmlformats.org/officeDocument/2006/relationships/slide" Target="/ppt/slides/slide15.xml" Id="R0fe771d5c3924a54" /><Relationship Type="http://schemas.openxmlformats.org/officeDocument/2006/relationships/slide" Target="/ppt/slides/slide16.xml" Id="R0b662e80844443e0" /><Relationship Type="http://schemas.openxmlformats.org/officeDocument/2006/relationships/slide" Target="/ppt/slides/slide17.xml" Id="R2b464e34274e4ee7" /><Relationship Type="http://schemas.openxmlformats.org/officeDocument/2006/relationships/slide" Target="/ppt/slides/slide18.xml" Id="R22f62fa19db34d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4bf9b9f04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78c0d83edd4eb4" /><Relationship Type="http://schemas.openxmlformats.org/officeDocument/2006/relationships/notesMaster" Target="/ppt/notesMasters/notesMaster1.xml" Id="R58905a951a13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2e66025524c24" /><Relationship Type="http://schemas.openxmlformats.org/officeDocument/2006/relationships/notesMaster" Target="/ppt/notesMasters/notesMaster1.xml" Id="R044278256c0941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f8a4f11c54c4a" /><Relationship Type="http://schemas.openxmlformats.org/officeDocument/2006/relationships/notesMaster" Target="/ppt/notesMasters/notesMaster1.xml" Id="R90de09146c0b44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b472b43a57407d" /><Relationship Type="http://schemas.openxmlformats.org/officeDocument/2006/relationships/notesMaster" Target="/ppt/notesMasters/notesMaster1.xml" Id="R579620a1883149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4b698e2ae6403a" /><Relationship Type="http://schemas.openxmlformats.org/officeDocument/2006/relationships/notesMaster" Target="/ppt/notesMasters/notesMaster1.xml" Id="Rd92577481e8c4f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0fa3e3bd9a41e0" /><Relationship Type="http://schemas.openxmlformats.org/officeDocument/2006/relationships/notesMaster" Target="/ppt/notesMasters/notesMaster1.xml" Id="R66c85b44cd3f4d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26e84a98a449be" /><Relationship Type="http://schemas.openxmlformats.org/officeDocument/2006/relationships/notesMaster" Target="/ppt/notesMasters/notesMaster1.xml" Id="R4143b56e40dd43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ab97807e424151" /><Relationship Type="http://schemas.openxmlformats.org/officeDocument/2006/relationships/notesMaster" Target="/ppt/notesMasters/notesMaster1.xml" Id="R33e2ea2ece064f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dfada4bf2b446e" /><Relationship Type="http://schemas.openxmlformats.org/officeDocument/2006/relationships/notesMaster" Target="/ppt/notesMasters/notesMaster1.xml" Id="R106627fbbf294f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8b7ac86e694934" /><Relationship Type="http://schemas.openxmlformats.org/officeDocument/2006/relationships/notesMaster" Target="/ppt/notesMasters/notesMaster1.xml" Id="Rf11125ffbba647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8c9b1d37d044e8" /><Relationship Type="http://schemas.openxmlformats.org/officeDocument/2006/relationships/notesMaster" Target="/ppt/notesMasters/notesMaster1.xml" Id="R4cf35af6f3a242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c460425ebc4978" /><Relationship Type="http://schemas.openxmlformats.org/officeDocument/2006/relationships/notesMaster" Target="/ppt/notesMasters/notesMaster1.xml" Id="R6627349daef742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c74a091a9c4c5c" /><Relationship Type="http://schemas.openxmlformats.org/officeDocument/2006/relationships/notesMaster" Target="/ppt/notesMasters/notesMaster1.xml" Id="Rb7402dc6f33641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ace7a40ae0426a" /><Relationship Type="http://schemas.openxmlformats.org/officeDocument/2006/relationships/notesMaster" Target="/ppt/notesMasters/notesMaster1.xml" Id="R7f7b3fb4dbc247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2ced9ae902437a" /><Relationship Type="http://schemas.openxmlformats.org/officeDocument/2006/relationships/notesMaster" Target="/ppt/notesMasters/notesMaster1.xml" Id="Rab3640da8ac749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57379d75b04944" /><Relationship Type="http://schemas.openxmlformats.org/officeDocument/2006/relationships/notesMaster" Target="/ppt/notesMasters/notesMaster1.xml" Id="Rad60312b48904e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0a18bbc3124276" /><Relationship Type="http://schemas.openxmlformats.org/officeDocument/2006/relationships/notesMaster" Target="/ppt/notesMasters/notesMaster1.xml" Id="R0fe87918ee7b42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1e8383a8c24354" /><Relationship Type="http://schemas.openxmlformats.org/officeDocument/2006/relationships/notesMaster" Target="/ppt/notesMasters/notesMaster1.xml" Id="R4273329e21fc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ја користи аналогијата со куќа. Red Team гледа дали портата е отворена и дали Redis прифаќа PING без клуч. Blue Team применува политика, ја блокира ексфилтрацијата и додава requirepass. Purple Team ја споредува состојбата OPEN со состојбата после закрпата и бара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првиот вистински чекор во интерфејсот. Discover не скенира мрежа, туку ги бара активните Docker контејнери со AEGIS labels. Тие почнуваат како PENDING. Корисникот мора да избере и да одобри. Без тоа, Policy и Ethical Scope Guard го стопираат assessment-от пред Nmap.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и Redis се две различни лаборатории. Web сервисот е за service discovery и намерно нема verified finding. Redis е сценариото со наод: прво OPEN кога PING поминува без лозинка, а потоа FIXED кога PING враќа NOAUTH. Ако target не е approved, резултатот е BLOCKED пред алатките.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Моделот за Nmap triage не одлучува дали постои ранливост. Тој само го класифицира сервисот и дава контекст. Semantic Prompt Guard е посилен локален модел кој ги проверува prompt-ите. Финалната анализа може да користи друг модел, но препораката секогаш доаѓа после детерминистичкиот verifier.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Каталогот е посебен чекор помеѓу Report и Retest. Тој не стартува exploit, туку само овозможува listing и controlled match за верификуван OPEN finding. После тоа операторот внесува закрпа, а Retest ја проверува состојбата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ccfca2446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08e303b58c4d8e" /><Relationship Type="http://schemas.openxmlformats.org/officeDocument/2006/relationships/slideLayout" Target="/ppt/slideLayouts/slideLayout1.xml" Id="R66393204009647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393204009647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ebae87c54414a" /><Relationship Type="http://schemas.openxmlformats.org/officeDocument/2006/relationships/image" Target="/ppt/media/image.png" Id="R8242dba58bbc4725" /><Relationship Type="http://schemas.openxmlformats.org/officeDocument/2006/relationships/notesSlide" Target="/ppt/notesSlides/notesSlide1.xml" Id="R6a15b4879e39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2aa5189604b58" /><Relationship Type="http://schemas.openxmlformats.org/officeDocument/2006/relationships/notesSlide" Target="/ppt/notesSlides/notesSlide2.xml" Id="R86a41d520db94c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49ae4ac1548bf" /><Relationship Type="http://schemas.openxmlformats.org/officeDocument/2006/relationships/notesSlide" Target="/ppt/notesSlides/notesSlide3.xml" Id="R7d4c421d8871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a8dd8aed34428" /><Relationship Type="http://schemas.openxmlformats.org/officeDocument/2006/relationships/notesSlide" Target="/ppt/notesSlides/notesSlide4.xml" Id="Rcedd35c0b8ed47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558f5c5d34915" /><Relationship Type="http://schemas.openxmlformats.org/officeDocument/2006/relationships/image" Target="/ppt/media/image2.png" Id="Re01ca4504d5e426c" /><Relationship Type="http://schemas.openxmlformats.org/officeDocument/2006/relationships/notesSlide" Target="/ppt/notesSlides/notesSlide5.xml" Id="Ra329961502e042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95c5a15e5467d" /><Relationship Type="http://schemas.openxmlformats.org/officeDocument/2006/relationships/image" Target="/ppt/media/image3.png" Id="Rb6a6b9aa027a40c8" /><Relationship Type="http://schemas.openxmlformats.org/officeDocument/2006/relationships/notesSlide" Target="/ppt/notesSlides/notesSlide6.xml" Id="R015b76a3575c4f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0be8a09294647" /><Relationship Type="http://schemas.openxmlformats.org/officeDocument/2006/relationships/notesSlide" Target="/ppt/notesSlides/notesSlide7.xml" Id="R54deaa3d39cf4f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eab67e0164f3b" /><Relationship Type="http://schemas.openxmlformats.org/officeDocument/2006/relationships/notesSlide" Target="/ppt/notesSlides/notesSlide8.xml" Id="Rc2f177a933b245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5cc885e074d19" /><Relationship Type="http://schemas.openxmlformats.org/officeDocument/2006/relationships/notesSlide" Target="/ppt/notesSlides/notesSlide9.xml" Id="Re9a695bea6db48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a68405b0a4f5b" /><Relationship Type="http://schemas.openxmlformats.org/officeDocument/2006/relationships/image" Target="/ppt/media/image4.png" Id="R7581e8cc5c8a4483" /><Relationship Type="http://schemas.openxmlformats.org/officeDocument/2006/relationships/notesSlide" Target="/ppt/notesSlides/notesSlide10.xml" Id="Rab058cc9ad2b44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92d47bb644f5f" /><Relationship Type="http://schemas.openxmlformats.org/officeDocument/2006/relationships/image" Target="/ppt/media/image5.png" Id="R076c076381cb44ab" /><Relationship Type="http://schemas.openxmlformats.org/officeDocument/2006/relationships/notesSlide" Target="/ppt/notesSlides/notesSlide11.xml" Id="Rc741027ba4e342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ba7bab4ae4e67" /><Relationship Type="http://schemas.openxmlformats.org/officeDocument/2006/relationships/notesSlide" Target="/ppt/notesSlides/notesSlide12.xml" Id="R05b494e0e8fd42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2a4adb3ad4641" /><Relationship Type="http://schemas.openxmlformats.org/officeDocument/2006/relationships/notesSlide" Target="/ppt/notesSlides/notesSlide13.xml" Id="R920fa9839a574d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e655825834064" /><Relationship Type="http://schemas.openxmlformats.org/officeDocument/2006/relationships/image" Target="/ppt/media/image6.png" Id="R9a567b98625f4fe2" /><Relationship Type="http://schemas.openxmlformats.org/officeDocument/2006/relationships/image" Target="/ppt/media/image7.png" Id="R3d2be0383a0f4f64" /><Relationship Type="http://schemas.openxmlformats.org/officeDocument/2006/relationships/notesSlide" Target="/ppt/notesSlides/notesSlide14.xml" Id="R61993ddc07c64e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297d6b8cf4f1c" /><Relationship Type="http://schemas.openxmlformats.org/officeDocument/2006/relationships/notesSlide" Target="/ppt/notesSlides/notesSlide15.xml" Id="Rc86cb040276b4f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1a6207ee84bff" /><Relationship Type="http://schemas.openxmlformats.org/officeDocument/2006/relationships/notesSlide" Target="/ppt/notesSlides/notesSlide16.xml" Id="R7c792c0330804a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abcdb03194a64" /><Relationship Type="http://schemas.openxmlformats.org/officeDocument/2006/relationships/notesSlide" Target="/ppt/notesSlides/notesSlide17.xml" Id="R50bde8422f3c4d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0efa3d7dd43b8" /><Relationship Type="http://schemas.openxmlformats.org/officeDocument/2006/relationships/notesSlide" Target="/ppt/notesSlides/notesSlide18.xml" Id="R4ba73a762c9641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434AF-592E-4F21-8072-1C8805F9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B068B-3090-46E6-8194-0BB6A9A2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2dba58bbc4725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E1769-9019-4EBA-8185-316E354C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86C3F-AF45-4A3E-9B69-4E02A65B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514A4-6838-416D-9CFB-277E6091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0B797-C084-4F55-BB1E-50F2874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9F4E6-B5F6-48D7-868B-D51837E8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53ED7-6055-4665-A522-454FE391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EFA91-483B-4C63-98AF-E8EBF29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40E8B-F2E0-44FB-88E0-98AC2CA9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1408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6F6E7-D1EB-40EA-8656-C12E69DF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C3E7-7AC9-42B5-8401-C36A635C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2081C-BCB9-4287-B499-C5E78E43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35B03-644F-4C69-B03E-989F18D7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67DED-8105-47C6-A8AB-296138D9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2014E-5800-4050-B09D-5AA1B92C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06D5F-21BA-4AA5-9FEA-5A6EF572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EBB2F-992D-4B42-A634-15F60172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18A3D-9379-46A4-A812-3A52326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105D6-43AE-48E7-BC57-AFC4795D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517B1-ACAF-4FEC-8699-C248AFB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A4EB6-38FE-4478-83DB-FB7A8E0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B16D7-DB4A-43B8-86E5-3D5D007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330F3-7B98-4684-93AC-AC60FB5A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434B1-82EE-48F8-95CB-E9FD63E6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88C83-CDB4-48BF-A16F-A0F136BF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0F9C8-077C-4F40-9459-91F1B7B6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9A1B6-B2F4-4938-8CDC-93F31D4A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6ABB6-6826-47EA-ACF8-4AA7415D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BBA82-C276-4298-B496-63D15EE7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218863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18540-B55B-4089-867F-A74CEAB3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ABD6C-7587-4D38-9BFA-B7FF913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85048-9253-4C68-8023-82FA9E41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Куќата е локалниот компјутер и Docker лабораторијата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11AA4-3D61-4F78-B64D-32760CFD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7A7CF-C7E0-4CC2-A5E3-DBF381C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A5570-468A-4EA5-8A60-0CC92B3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E579A-8311-49DF-BB17-0CFCF8AC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43AF5-B3C8-41A3-92A8-69FBF8E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КУЌАТА = локален компјутер + Docker lab     |     ВРАТИ = порти 6380 / 8082     |     КАТАНЕЦ = 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912D4-CC7A-47F3-9128-2E67C764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5B95D-F47B-460C-92C6-4A4A8F9B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31EE1-659D-47DB-BC9C-1624FEF5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ПРОБЛЕМ / 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35757-1313-4FFB-89FD-050DE60C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Проверува дали вратата е отклучена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74CA5-32C2-4D16-BCFD-2558415F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ги наоѓа портите.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/ HTTP verifier потврдува.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catalog само прегледува.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BA741-4790-408B-8AF6-4DA5FFC9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EE3A7-49F4-418F-9478-948AAF1F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04E82-7520-421A-984D-C70025AF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РЕШЕНИЕ / ЗАШТИТА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41852-8E82-4577-9BBA-5C858851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Го ограничува и го поправа проблемот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0393F-913E-4985-AAE3-54F1E08A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+ Ethical Scope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закрпа + 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C3D95-4B17-48F8-BFC6-E967FDED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76B16-050F-4D8A-ABE0-8EEE3142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41603-F97E-44DE-A84A-0C5A35F3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КРАЈНА ЦЕЛ / ПОВРАТНА ВРСКА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B9F76-24B9-4DB0-B425-220A7F3C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OPEN → PATCH → 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1B1D9-D030-4225-9529-F5FAFCE8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се повторува после поправката и остава audit trail.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22D2A-1E10-4F2F-BB4C-72AF4209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= инспектор кој проверува само сопствена куќа, запишува доказ и не ја обива вратата автоматски.</a:t>
            </a:r>
          </a:p>
        </p:txBody>
      </p:sp>
    </p:spTree>
    <p:extLst>
      <p:ext uri="{BB962C8B-B14F-4D97-AF65-F5344CB8AC3E}">
        <p14:creationId xmlns:p14="http://schemas.microsoft.com/office/powerpoint/2010/main" val="2000501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E69404-C94C-45FC-8B53-6F4E49C6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6045B-DCFE-4F9F-A48A-7E0ACF25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B0645-313E-4008-B703-376AAF6B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F4E27-D85B-4055-9DD4-EA556A58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C8E46-2F86-45B1-9A84-2E315D16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74C60-D67A-49FE-925A-16A275B5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0FF05-231D-41BC-8783-FBF23DA6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DC724-6D7F-4D32-B7ED-FFB8BA9D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FD231-D96D-49A9-9CDF-FEB331B7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F30BA-4712-44AD-9E43-C9C45E2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2859B-D5C5-4768-A5BA-32E698C0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A88BD-8AEC-44CC-AAA4-488CFED6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5EACB-CDAB-4CFC-BCA0-2F45291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03357-B6C5-4D2B-81A3-1A5433B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3ACA4-868B-4AEF-9B97-BE26621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D7F94-E7F2-4DC5-AA21-037ED099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B790-9E88-4FED-80CF-8E7834C0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92B7A-ECED-4E55-949E-CEE8C0D4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8B357-2398-4997-AE6E-268C0E2A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389B5-91BD-4309-829B-4E7B9799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3C10E-B83F-4D74-A0F3-0B288B8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E99CB-63C9-4128-8028-1140C8D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29664-C763-452A-9F66-1A6233AE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79A1A-72AC-415D-98FF-E514A827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70A22-7633-4C44-A833-6091DB4A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357C0-657A-4989-B1BD-B184A597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01B42-2228-4478-9085-2E2CFE97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4DA83-377D-4E35-9D98-A02607A8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87745-6939-4091-9143-1DAF9B3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F2417-696F-4723-ACD9-D11327FF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BD4DE7-8AAF-428F-8023-F2E7FCA3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70A03-B2C4-4B3B-92F4-FAA82C5D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458CF8-2C1A-4C86-96AD-3A1188D2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A0D1CB-C8E3-445D-A860-0DA6949A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8B1545-53C4-43CE-9E10-6FCD66B8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5241F4-62FF-4D47-8939-065B0E6E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2007197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AD60C-688B-4A55-8910-13FF4D0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04  •  ПОДГОТОВКА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F7A55-DFCC-4D34-897D-0EA9CABF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 и Approve пред скенирање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D2D70-6F94-4BD0-93EB-005A03B8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прво ги открива локалните Docker лаборатории, па рачно одобрува една мета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CD2B5-65D2-4D59-9C27-22AC4D7A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933A3-E537-4F23-88EA-D8A890FF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EFD4E-38B8-430C-8F2C-A4D7A4A0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ca4504d5e426c"/>
          <a:stretch xmlns:a="http://schemas.openxmlformats.org/drawingml/2006/main"/>
        </p:blipFill>
        <p:spPr>
          <a:xfrm xmlns:a="http://schemas.openxmlformats.org/drawingml/2006/main">
            <a:off x="1896345" y="1828800"/>
            <a:ext cx="199851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13604-6170-41CE-8561-379AB341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533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8341D-4838-4915-A04E-06263940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  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D50D4-FA43-4214-B473-2B37EF21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24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labels → PENDING local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F3870-50D4-4937-B09A-0E9C9BC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чита само контејнерите со aegis.lab=true и loopback binding.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47080-294E-4394-A4C1-4B755CD2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B9021-DBB5-4850-B212-3C5338A6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AB2E5-E66B-4D86-95F5-F65D6241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542F7-0911-4EEC-A260-9C25AF27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Human-in-the-loop одлука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0CEE0-F20E-4FF6-A361-879227B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86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избира target од dropdown и клика Approve.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84E47-4666-44A3-B50D-CB049682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93980-1281-45A2-B672-21EBD7E8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1485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F9997-3720-48E4-AB34-330AC387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6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  ETHICAL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51330-984B-4EB3-960A-408BF955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101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APPROVED само ако е 127.0.0.1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06AF7-3736-4832-9E29-805810D0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14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 approval или надвор од loopback: status BLOCKED и tools_called = [].</a:t>
            </a:r>
          </a:p>
        </p:txBody>
      </p:sp>
    </p:spTree>
    <p:extLst>
      <p:ext uri="{BB962C8B-B14F-4D97-AF65-F5344CB8AC3E}">
        <p14:creationId xmlns:p14="http://schemas.microsoft.com/office/powerpoint/2010/main" val="736890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B8778-BB64-4E67-A367-89AA97D1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05  •  ИЗБОР НА ЛАБОРАТОРИЈА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2BD5B-4EFE-438C-8E9E-82483F56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или Redis: што значи секоја мета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2FD74-C72F-496F-A09F-BDA5B0D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Истиот интерфејс води кон различен verifier и различен очекуван исход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E2477-6B11-4060-8C1A-9D50B553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CA53B-E426-495C-AECB-36D720F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40CFA-CF1B-497F-845D-29714114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6b9aa027a40c8"/>
          <a:stretch xmlns:a="http://schemas.openxmlformats.org/drawingml/2006/main"/>
        </p:blipFill>
        <p:spPr>
          <a:xfrm xmlns:a="http://schemas.openxmlformats.org/drawingml/2006/main">
            <a:off x="514350" y="2266755"/>
            <a:ext cx="4476750" cy="243879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A4493-352D-41A2-84E8-4F9EA4DF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3A5A1-6BBC-4141-B168-17394107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D0A53-74A3-4601-B1A4-0628F2B2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web-lab  •  127.0.0.1:8082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377E-CC20-493E-B030-4183AAFE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6220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FastAPI / Uvicorn сервис. AEGIS проверува дали сервисот одговара и очекува NO_FINDING кога нема потврден наод.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F55B3-DA19-4177-A31F-148F525F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19114-0C5E-42EE-BA9E-31C15DB6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272D0-C64D-429D-A9A7-8818B0B3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redis-lab  •  127.0.0.1:6380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AB7BA-C485-4694-B99B-39D13746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4335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база за демонстрација на CWE-306. Без лозинка дава OPEN, со --requirepass и retest дава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E4A1F-301C-4C80-AFF2-CE73F76B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1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29583-0530-44B5-96FE-45C7A92E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МОЖНИ СОСТОЈБИ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1A2BF-6C8D-424D-87E5-10460506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NOT APPROVED → BLOCKED   |   APPROVED + web → NO_FINDING   |   Redis без auth → OPEN   |   Redis по patch → FIXED</a:t>
            </a:r>
          </a:p>
        </p:txBody>
      </p:sp>
    </p:spTree>
    <p:extLst>
      <p:ext uri="{BB962C8B-B14F-4D97-AF65-F5344CB8AC3E}">
        <p14:creationId xmlns:p14="http://schemas.microsoft.com/office/powerpoint/2010/main" val="394057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27B3C-BCF1-4A45-8EB0-19C91203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06  •  LLM ОРКЕСТРАЦИЈА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65F6B-DEFF-4443-9102-5C64A61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Кој модел за која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959AC-DDFD-4E45-9DF2-229E8C9C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не се случајно менувани: секој има јасна улога во pipeline-от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A1E95-7B54-4D8D-B00B-64208391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20EFB-5AE3-4F11-870C-78EF440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FBE0D-BA7E-4DFB-9304-ABB43D58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3655D-6326-4074-98B1-86931ED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A1867-F056-47A7-9FDC-9AA6909A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924C7-7244-4AF0-848D-2DE14A34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Брзо читање на structured scan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Класификација: web /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12AC3-0F3C-4DB9-BB3B-BB3F9BBC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8B783-7E71-4A63-A4D7-A000BF7C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1D4A5-FDA2-41CE-8FE1-5E077953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Проверува injection и override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Fail-closed одлука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D7E6C-3D09-495E-BF96-C928463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4AF79-6E7B-4FCB-9F8B-AD91371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 или 1b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3DB05-4172-4DA7-9617-72B0B4DC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Final analysis / recommendations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Може да се смени од UI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Секогаш после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CD913-0C32-4A90-A05B-6A481A01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XML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AB977-235B-44D1-831E-02D3461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Prompt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114A1-4922-4A9C-A8CB-1345560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Verified 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80D81-6A64-442A-AACA-A31F0052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E844D-4231-42BD-B65A-D3500EFD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5213F-136C-4417-8ADD-92345B71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A79EE-0E36-4550-81E8-78FE66E2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Опционално: OpenRouter може да се активира само со сопствен API key. Во основната демонстрација сите модели се локални преку Ollama.</a:t>
            </a:r>
          </a:p>
        </p:txBody>
      </p:sp>
    </p:spTree>
    <p:extLst>
      <p:ext uri="{BB962C8B-B14F-4D97-AF65-F5344CB8AC3E}">
        <p14:creationId xmlns:p14="http://schemas.microsoft.com/office/powerpoint/2010/main" val="1602716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9CD906-79DC-40B4-BE68-955F8334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07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E6B73-8FF1-44BB-AFD9-B7C19E8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20A08-57BA-4E5E-959F-6ED11CB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115B8-1818-4C94-A2D2-1CA368C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E032B-87A8-41F8-9253-BE9618B1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F01E3-16C8-4911-A33D-9AD6B757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2BB31-B221-4887-8ABC-563F6400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FA08F-2AA4-4386-AB62-5E8ED7FF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3AC5F-4D07-4C09-9BB7-A016EC8B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7D94-EAC7-46DD-AF7F-72009913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B9348-C25E-4DF0-B90E-5A9B6BA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54488-8B80-4146-AD7D-88B4868D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8F80F-B487-4269-AA0F-9D44A11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CC6EB-3CC5-4EE4-8B1C-04AD6C42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FAD7F-18FA-446E-AE7F-EC4C0036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CAECB-5E72-444A-897B-2933BAE5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CDF97-3CE6-4E10-97BB-1223982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8CF80-F10B-4F94-AD89-584B44A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50EE0-9B49-41D8-B848-4CBAB069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DDF04-4CAF-455C-BD5B-7D44E887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E910F-5D87-4779-9232-9845D93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6B816-1644-4C51-9548-05ACCFA8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661E6-2A89-4B50-8873-E3889935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13ED8-5082-43A2-BB01-4167976F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1CAB0-FF50-4BD8-8FF8-BD738982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4263A-23E4-4C6D-9278-3C0ABD43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4D99F-ADD6-48B7-A044-FEF210B2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8DAC0-49C4-4008-A6F7-A5F34EE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6B1A5C-1285-42DB-AC09-D34ACBE5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F5C4B-48EE-4B85-9072-55EF533C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7A72B5-ADA2-4ABB-8A82-26F83A91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1072FB-6B10-44D8-AA71-F01ECBA3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505F84-4CCB-404C-AF95-3608895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E18A2-97C4-4C83-BFCD-D3089188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2E42FB-3E90-4335-85CF-92874E7D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B97730-03B5-4674-80FA-E548448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CD3E81-01E6-4F5A-94CA-0AB13171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3458DF-FE28-4B38-8B58-8E8C59A2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1B928-2C1D-4C94-AD3E-525EA86A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6722FC-CB1E-43C5-BBE5-88F05DFC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69573-2769-41EE-A9DC-7CCF7A77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497072-3958-4819-B433-B40C27E8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E59B53-FEFA-4EA1-AD28-AA239711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5C8369-565D-4A65-90AC-A8AFDD63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EABC8A-EA05-420E-A416-CB2B2687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msfconsole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6A7DA3-3B47-4933-B573-84707923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2D9816-91E6-47D4-B73A-BCA29E76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B87450-6E38-4259-88B6-2372F7AC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845C42-B8C5-40B2-82AF-13E37C63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62912F-6A9E-47C6-A4CE-D2E80D7F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FIXED after patch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6C6970-2470-4448-B2D1-2DCE38DD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AA2260-639B-48F5-855D-3898EC9F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Позитивен пример  •  redis-lab:6380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65F042-90AD-48E3-AC27-8B861425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детектира open 6380, но Redis verifier преку PING детерминистички произведува CWE-306 (OPEN). LLM не измислува наод.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37D8A8-3EEE-4FEA-84FE-7A76BC6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C317ED-6AC3-473D-B57E-63DDDAF5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Затворање на циклусот  •  Retest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A3329E-2FE0-4A7F-A2F1-473A8699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 --requirepass во docker-compose.yml, Retest повторува socket тест, добива -NOAUTH и ја менува состојбата од OPEN во FIXED.</a:t>
            </a:r>
          </a:p>
        </p:txBody>
      </p:sp>
    </p:spTree>
    <p:extLst>
      <p:ext uri="{BB962C8B-B14F-4D97-AF65-F5344CB8AC3E}">
        <p14:creationId xmlns:p14="http://schemas.microsoft.com/office/powerpoint/2010/main" val="1438364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2EB5E-6DA8-4A0B-9A23-D31EF10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08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C4702-9468-489E-A2CA-66E9A716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665B4-C1B4-471C-AAD4-E4539849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201D6-6B1F-436E-8AD6-D0FD6635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38A5B-5818-467D-83FD-EC1EDF6C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2A0DC-CADF-43CB-AB72-FA21C89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C68D2-1960-45EF-8B07-EA118194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0ED03-7DA1-4E5C-8559-8E73DF8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EA257-7BCE-4436-95EA-AB9D552E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11516-8F32-45AF-84ED-4D36C5D0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A38A-9F54-431F-BF25-0AE9B263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C42AB-B785-4EA0-B560-A4CB546B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5AB58-4107-4AF8-B0DE-6CCF40D2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CA209-0019-43F2-A6F7-BFC69176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Ollama + llama3.2:1b / 3b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Framework (msfconsole)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EA8C0-2AF4-47CC-9550-E4C14022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6A2CC-F750-4862-A323-5C97D38F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4605E-BB1E-4924-8699-68EEE71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20D0A-D95E-425D-9DF1-E3AAC11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ports се врзани само на 127.0.0.1. Data Exfiltration Guard / TransferGuardian спречува испраќање извештаи кон надворешен домен.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D7640-D22E-4F19-9279-D71C27C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10D6D-21C3-4BEE-A52A-648839CA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web-lab 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Target Registry Guard = Docker label + explicit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BD9E0-20EB-4A72-A126-4B591D6C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B8C7E-1965-4A19-BE46-D995714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1821025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352E1-A888-44DA-83FE-72CD9983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09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0D5A2-3664-4B11-BE85-A52DAEE0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A858A-7C67-4A3A-9D05-66830F18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FC261-560B-4F04-A572-B000547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B7B35-A3C5-4480-996E-A866EC3D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2134F-3039-4EDF-A558-95F5B717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1e8cc5c8a4483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0C51D-0418-434E-8B26-A616E4E3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B65B3-F300-4A1E-9E39-83723AA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3A747-D604-4C8B-9766-765A7696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B8775-1C31-4524-ACF3-2FE273C8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7AC73-6772-4A50-A8E0-BEF04338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8F39E-BCED-4ACC-AFA2-98E06318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97D4D-97DB-4106-920D-AA0D1C4F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9CFBD-9EC1-4909-8F93-93C1A541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18FF4-8CA0-460C-A879-4D4A39A9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A4A5C-D998-4BB1-B156-230EBC88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955ED-D701-44CB-9239-B4256CCA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A69D8-588A-4E59-A9B0-20197AA8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1271339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B2CF0-2DD9-444E-A6C7-0E7F3BC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10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B3A1C-E957-4643-AED4-F5FF035D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5402F-8115-4C12-8AFF-FC8A30CC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D5A3C-6313-4351-9700-D6BDFEDE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C8E26-CB21-466E-B894-D82DC7CE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B462B-A428-4A32-BB48-823A2715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c076381cb44ab"/>
          <a:stretch xmlns:a="http://schemas.openxmlformats.org/drawingml/2006/main"/>
        </p:blipFill>
        <p:spPr>
          <a:xfrm xmlns:a="http://schemas.openxmlformats.org/drawingml/2006/main">
            <a:off x="1202752" y="1809750"/>
            <a:ext cx="3576196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EFF1A-1748-44E2-8BB9-0703ED2D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C00AA-27A0-49D1-BA58-6159E465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62523-BE4F-419B-BDE7-0EAC5FB6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CF004-CF4F-438D-A00C-4A1D3CB8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AEE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5F974-CF99-4EB4-866D-A38AE15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3AAB7-1A03-46A1-9354-07BF6726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B59F3-E62B-4586-B0E0-E3372B1D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641305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7631C-A1E0-44D9-9707-C06275DB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11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7DF8D-B9D3-400C-8F5F-802C20D7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E06D2-3E0B-4F11-894F-3832E4B8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C12A2-9E95-42EA-9AD4-26E1885B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E5F38-B3C3-45E0-835B-FA40A68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1DCFF-5722-4546-A197-7A54F836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DAEEE-067F-4700-87DF-F1E71832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EFBFC-0FB4-4565-B505-7F84627B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127.0.0.1:8082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E6757-5948-48BC-BA41-CF91B13A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Uvicorn / 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47249-39AF-49B4-A21B-1A58BCA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BCBE0-0562-4417-B795-6E1F5BC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Nmap: open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HTTP verifier: verified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Finding: null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Assessment: NO_FINDING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EAD99-7DFC-4A05-BB25-53E3E9F4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6A6C0-E52C-4022-8369-9B7BCB32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35250-2CAA-4022-9969-B47BA024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512A5-638F-4BF2-B300-E0995DE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799C6-7778-4AAE-9F63-8B16E972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AFD95-8880-495B-9969-A8D80AF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266B6-26BF-480D-8104-6D521570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16FBE-D94A-4B26-9EED-F37AF21B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D5147-4F22-464D-BAA0-1B8964BF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2043183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D355F-176D-468C-AF03-49CD8399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12  •  MULTI-MODEL КОНФИГУРАЦИЈА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06448-4539-49F8-B6DB-8533F540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Избор на модел од интерфејсот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838E8-AC8F-47D9-ABE8-6ED23E8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имаат одделни улоги, а операторот може да избере друга локална комбинација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ECC08-8AFD-42D5-B1E8-157AE43C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6A4B2-00F7-492E-9375-F67824E3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16774-ABEC-4A95-83CE-97A4B223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58ED0-BE71-4CB8-892D-2F37C682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BBD83-AED5-41A8-A634-9E934147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D849B-59DC-4EBE-9842-C5E73853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FBC30-7777-4F2A-B87B-A6B28D1B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EA591-4E69-4DAA-A2FB-A3FC8D10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811B7-F864-4740-B037-5B6E9217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5A213-7679-4EAE-95DB-876D18D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D3AE3-D002-4D66-995C-E556B814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7786E-9349-40D8-8D4D-CF3982C5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436FE-47EE-4AAC-AB0D-677A329B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7220A-41F8-4310-BA30-C3428A8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3054A-8F7B-446D-80AC-F4CB6F4B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0ACBD-DA6C-472E-A562-ABEE9C24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EE9D4-488E-476B-8EE9-E48FCAC3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C2885-7303-4973-B3BD-0F8B6E1F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911BD-35ED-4282-8697-368F1CED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63062-B5E0-4075-8EC2-64492607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16798613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BAC94-97D4-413E-8FE2-E2B14CD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13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66AC4-3E30-4E92-8B87-3B2A8CF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67D4E-FB13-4C22-B5F9-5B7039EE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CB98C-EBB1-457D-BCCA-8D76ACA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454B7-2347-4D91-9269-21B1D49F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85E04-5648-457A-98A8-54D9660B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67b98625f4fe2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be0383a0f4f64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E946A-5CD1-4F26-AA1F-67C2334C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DD0A8-ACB6-480E-A2CB-7AB827A8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B7A33-2835-4A49-BBB9-676FFDD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9CA51-DCB6-437C-AD14-61F0317D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07800-B9DF-4DE5-AD2D-D5E3BFC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BEA06-B476-4D67-9A43-3338710B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CE25C-7EB1-4D14-89C3-3CACA254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9503844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567B8-453C-4192-B321-1A6ABED4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14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C8C2A-2DF4-4AD7-950A-6826B36F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каталог без автоматизиран напад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2E3CC-4A99-404B-8D0C-D1B50A8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наоѓа соодветните модули за преглед, но автоматското извршување е строго исклучено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5231A-268F-46EB-9E05-8631E7A6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23835-1778-456B-B4F7-E9F57722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4C2B6-81B5-4BFE-9792-9A8935FA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5F34A-E371-4C97-8531-0CE4492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A12E5-963C-468A-BEB8-FAE429DC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1  • 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48C1-FE33-4D22-B6B9-EF5738F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000D7-DFB3-4A6B-9D71-5C63CE66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Пребарување преку msfconsole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auxiliary scanner кандидати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Ограничено на одобрената Docker мета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Нула payload и нула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AA3DB-7A32-492A-A35C-C7CD93DB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96B37-991C-4CD3-A44F-B47C0AA5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1E59E-4EBE-459F-BF29-7B29B5AF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AI селекција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4EB76-6C17-48A8-9E9F-2965BB91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 споредува verified OPEN finding со листата на дозволени имиња. Моделот предлага match само ако каталогот врати кандидат. Параметрите се прикажуваат за едукативен преглед.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91827-82C7-489F-8DEC-A8E80A5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2621C-BC64-44A4-BDBD-370957E3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7BE1B-4463-4DA4-BC98-9296A269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DB1B9-20B8-4E3C-9A54-43A17EB3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execution: disabled е задолжително. Операторот или професорот ги прегледува доказите, а секоја понатамошна офанзивна активност бара посебна, изолирана и одобрена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C5473-B919-482D-9243-BED45C38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60D29-97C2-4FC9-B2BC-0D25E5E8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E5C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5C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4D357-E1F2-48DD-88BA-D4CF02A4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Забелешка за Windows: каталогот е опционален. Ако локалната Ruby компонента е блокирана од Windows Security, статусот е UNAVAILABLE, а останатите делови на AEGIS продолжуваат нормално.</a:t>
            </a:r>
          </a:p>
        </p:txBody>
      </p:sp>
    </p:spTree>
    <p:extLst>
      <p:ext uri="{BB962C8B-B14F-4D97-AF65-F5344CB8AC3E}">
        <p14:creationId xmlns:p14="http://schemas.microsoft.com/office/powerpoint/2010/main" val="158376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549C6-DE8C-492F-9051-D33BCEE8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15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300CF-A5B7-4A42-952E-CCA4512A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7383C-F019-4BDB-AA10-233C4648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189D7-B366-47CD-AD34-578057B1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9F784-829E-41FB-AA3F-9158F9CF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4E636-3C9B-420E-B69B-1A66C24D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AD84E-25D3-495C-92DF-68488398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1D581-E11F-4752-ACC6-1BF033E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48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assessment_state: FIXED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policy.allowed: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scope.allowed: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nmap.status: completed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verification.status: fixed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retest.status: 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08F91-2E07-41C4-8C63-897891CD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3DEE3-DBC8-4FC4-87F0-A0B07D80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ECC69-58CB-4BB6-AC39-DE6C9B35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CE886-B2F9-4D5E-B264-35BB8F95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AC70B-F9C4-4D4A-950C-CCF2654B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16680238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82FBF7-0135-4BD5-89DD-58C375BF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16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8BDED-1F06-47D3-B4D1-39E3C81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FEBE9-8698-48C5-A6B0-06736788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A913E-8A30-4437-BC8C-6C4701D2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5664D-2278-454C-84A9-2752DD4F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39B9D-9ACA-4458-A03B-DE11DF1C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10E07-A2A7-46F8-BB25-1A15BEB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31B87-122E-4B90-8E67-D1B132A7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48DE6-3247-43EC-B68D-C5F14F61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7DF8D-5D67-464E-90CC-58B8CC8B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EBF10-F6A5-4DCF-B698-DA3EF0CF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4CDAE-BF4E-44E0-B28A-2DA62412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968A2-46B8-4FC5-A05E-8778080F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428F3-E538-44B7-94A5-C852CC6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0F995-7DDA-4173-B02D-64009540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B0DF0-17D5-4880-8E59-81E3B4AB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620A2-00BB-4E3F-9FFA-8B8D73EB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16C9F-313A-44A0-B745-AA910593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E0DB5-221A-40B0-A410-0C7712F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AC4FF-A1BD-4869-8918-9FBB62B5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5AB1C-CBD9-43BA-8967-58C86DBE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0A76D-C518-41D9-93F2-C57FF150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8E513F-83A6-44A6-90F9-8E21DCB1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5339B-E2A6-42AB-ABD4-22A54377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92B97-7BCF-4C28-B6E6-D0BC6AFC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322A77-33BE-415B-ADCF-43D9266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D8E410-1834-4CC7-9758-342BBDFE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99F5A9-8F89-45AC-A233-8E959D89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C1146-0AA2-4133-A2C9-56E19F94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F19614-A676-4505-B18F-18C7647D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B37926-D8BB-456F-A00E-1E5DC77A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50BE8A-EA75-4C38-974D-CD6F74A5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02F1E7-B12B-49B4-A724-9AE77992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15886226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0B7B4-732B-4622-BE82-21FC04D9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17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6E2FF-3CBD-4565-B03C-D7EF859A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AF5E5-BBD7-414B-ACA1-B36D23FB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Безбедна и детерминистичка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74652-0F2B-407B-8205-75E2A65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420C7-CC75-4972-8E02-BE10E10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55BB6-FBF2-4FF3-9FEB-EDEF4B0F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9E776-1947-41DE-AD2D-AE6D16F7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BA970-07D9-48DE-9FCD-D1D1E404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Реален алат, а не симулација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96794-2588-4CF7-A4B6-4D747607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и Metasploit се повикуваат како системски процеси, а структурираниот резултат се предава на Triage агентот за анализа и контекст.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B11E4-FF16-4E6E-8EE2-26D9A983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BD6AA-480D-41A8-842A-092F4F9C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Проверлив и точен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AE4C6-3C14-49BE-9281-3B183430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Verifier модулите детерминистички одлучуваат OPEN, FIXED или NO_FINDING. LLM помага за контекст, објаснување и препорака, но не ја прогласува ранливоста.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3E577-A568-457C-96A9-C1241F2E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D1600-9832-4E6B-9EE4-D590145C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Строги етички граници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6FD38-D2F7-4447-9899-95DDB1F4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Scope, Prompt и Transfer заштитниците спречуваат надворешни мети, измамнички команди и истекување податоци. Офанзивното извршување останува исклучено.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8A3D9-B4D8-4AB8-AFA7-E4733FD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F7EA-EFF8-4FE6-8D39-D9ED5DD2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89F7F-1525-470F-81A9-34A70993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</p:spTree>
    <p:extLst>
      <p:ext uri="{BB962C8B-B14F-4D97-AF65-F5344CB8AC3E}">
        <p14:creationId xmlns:p14="http://schemas.microsoft.com/office/powerpoint/2010/main" val="849401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2026-09-22T15:00:07.4310000Z</dcterms:created>
  <dcterms:modified xsi:type="dcterms:W3CDTF">2026-09-22T15:00:07.4310000Z</dcterms:modified>
</coreProperties>
</file>