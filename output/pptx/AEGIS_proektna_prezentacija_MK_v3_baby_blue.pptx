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1dada1592a4be2" /><Relationship Type="http://schemas.openxmlformats.org/officeDocument/2006/relationships/extended-properties" Target="/docProps/app.xml" Id="R3eb86f2296bc497f" /><Relationship Type="http://schemas.openxmlformats.org/officeDocument/2006/relationships/officeDocument" Target="/ppt/presentation.xml" Id="R3f72fce2e8db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ff7a25f1d2429d"/>
  </p:sldMasterIdLst>
  <p:notesMasterIdLst>
    <p:notesMasterId xmlns:r="http://schemas.openxmlformats.org/officeDocument/2006/relationships" r:id="R23336cbf62f24f8c"/>
  </p:notesMasterIdLst>
  <p:sldIdLst>
    <p:sldId xmlns:r="http://schemas.openxmlformats.org/officeDocument/2006/relationships" id="256" r:id="Rc054656064264c81"/>
    <p:sldId xmlns:r="http://schemas.openxmlformats.org/officeDocument/2006/relationships" id="257" r:id="R9a1339c6d73e4944"/>
    <p:sldId xmlns:r="http://schemas.openxmlformats.org/officeDocument/2006/relationships" id="258" r:id="R4d3b4510159148b7"/>
    <p:sldId xmlns:r="http://schemas.openxmlformats.org/officeDocument/2006/relationships" id="259" r:id="R785efd5598874bb0"/>
    <p:sldId xmlns:r="http://schemas.openxmlformats.org/officeDocument/2006/relationships" id="260" r:id="R6d9dc9e6674f4ea9"/>
    <p:sldId xmlns:r="http://schemas.openxmlformats.org/officeDocument/2006/relationships" id="261" r:id="R053f3becf3bb4d79"/>
    <p:sldId xmlns:r="http://schemas.openxmlformats.org/officeDocument/2006/relationships" id="262" r:id="Rbc9f40dc45d643e5"/>
    <p:sldId xmlns:r="http://schemas.openxmlformats.org/officeDocument/2006/relationships" id="263" r:id="Rac073a7c559a4c01"/>
    <p:sldId xmlns:r="http://schemas.openxmlformats.org/officeDocument/2006/relationships" id="264" r:id="Rce1cd3b140034419"/>
    <p:sldId xmlns:r="http://schemas.openxmlformats.org/officeDocument/2006/relationships" id="265" r:id="Radc66354a80647a5"/>
    <p:sldId xmlns:r="http://schemas.openxmlformats.org/officeDocument/2006/relationships" id="266" r:id="Rcbf3749622024a59"/>
    <p:sldId xmlns:r="http://schemas.openxmlformats.org/officeDocument/2006/relationships" id="267" r:id="R604d275e0de4473f"/>
    <p:sldId xmlns:r="http://schemas.openxmlformats.org/officeDocument/2006/relationships" id="268" r:id="Rfc16f5463e6041ff"/>
    <p:sldId xmlns:r="http://schemas.openxmlformats.org/officeDocument/2006/relationships" id="269" r:id="R3e74bdf021374247"/>
    <p:sldId xmlns:r="http://schemas.openxmlformats.org/officeDocument/2006/relationships" id="270" r:id="Rfb59410b195b42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785fbb1e554c9b" /><Relationship Type="http://schemas.openxmlformats.org/officeDocument/2006/relationships/slideMaster" Target="/ppt/slideMasters/slideMaster1.xml" Id="Rf8ff7a25f1d2429d" /><Relationship Type="http://schemas.openxmlformats.org/officeDocument/2006/relationships/notesMaster" Target="/ppt/notesMasters/notesMaster1.xml" Id="R23336cbf62f24f8c" /><Relationship Type="http://schemas.openxmlformats.org/officeDocument/2006/relationships/presProps" Target="/ppt/presProps.xml" Id="R962a1674aeed4c79" /><Relationship Type="http://schemas.openxmlformats.org/officeDocument/2006/relationships/tableStyles" Target="/ppt/tableStyles.xml" Id="R1664bb33cdbf4a31" /><Relationship Type="http://schemas.openxmlformats.org/officeDocument/2006/relationships/slide" Target="/ppt/slides/slide1.xml" Id="Rc054656064264c81" /><Relationship Type="http://schemas.openxmlformats.org/officeDocument/2006/relationships/slide" Target="/ppt/slides/slide2.xml" Id="R9a1339c6d73e4944" /><Relationship Type="http://schemas.openxmlformats.org/officeDocument/2006/relationships/slide" Target="/ppt/slides/slide3.xml" Id="R4d3b4510159148b7" /><Relationship Type="http://schemas.openxmlformats.org/officeDocument/2006/relationships/slide" Target="/ppt/slides/slide4.xml" Id="R785efd5598874bb0" /><Relationship Type="http://schemas.openxmlformats.org/officeDocument/2006/relationships/slide" Target="/ppt/slides/slide5.xml" Id="R6d9dc9e6674f4ea9" /><Relationship Type="http://schemas.openxmlformats.org/officeDocument/2006/relationships/slide" Target="/ppt/slides/slide6.xml" Id="R053f3becf3bb4d79" /><Relationship Type="http://schemas.openxmlformats.org/officeDocument/2006/relationships/slide" Target="/ppt/slides/slide7.xml" Id="Rbc9f40dc45d643e5" /><Relationship Type="http://schemas.openxmlformats.org/officeDocument/2006/relationships/slide" Target="/ppt/slides/slide8.xml" Id="Rac073a7c559a4c01" /><Relationship Type="http://schemas.openxmlformats.org/officeDocument/2006/relationships/slide" Target="/ppt/slides/slide9.xml" Id="Rce1cd3b140034419" /><Relationship Type="http://schemas.openxmlformats.org/officeDocument/2006/relationships/slide" Target="/ppt/slides/slide10.xml" Id="Radc66354a80647a5" /><Relationship Type="http://schemas.openxmlformats.org/officeDocument/2006/relationships/slide" Target="/ppt/slides/slide11.xml" Id="Rcbf3749622024a59" /><Relationship Type="http://schemas.openxmlformats.org/officeDocument/2006/relationships/slide" Target="/ppt/slides/slide12.xml" Id="R604d275e0de4473f" /><Relationship Type="http://schemas.openxmlformats.org/officeDocument/2006/relationships/slide" Target="/ppt/slides/slide13.xml" Id="Rfc16f5463e6041ff" /><Relationship Type="http://schemas.openxmlformats.org/officeDocument/2006/relationships/slide" Target="/ppt/slides/slide14.xml" Id="R3e74bdf021374247" /><Relationship Type="http://schemas.openxmlformats.org/officeDocument/2006/relationships/slide" Target="/ppt/slides/slide15.xml" Id="Rfb59410b195b42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18bf5210264e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58a70d172f4fc2" /><Relationship Type="http://schemas.openxmlformats.org/officeDocument/2006/relationships/notesMaster" Target="/ppt/notesMasters/notesMaster1.xml" Id="Rd7f2a8eb665d4a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09aab41c994c4f" /><Relationship Type="http://schemas.openxmlformats.org/officeDocument/2006/relationships/notesMaster" Target="/ppt/notesMasters/notesMaster1.xml" Id="R8378ab1aae4a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da6a295af04f1c" /><Relationship Type="http://schemas.openxmlformats.org/officeDocument/2006/relationships/notesMaster" Target="/ppt/notesMasters/notesMaster1.xml" Id="R85c6a042db6747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21f1f0104d44ed" /><Relationship Type="http://schemas.openxmlformats.org/officeDocument/2006/relationships/notesMaster" Target="/ppt/notesMasters/notesMaster1.xml" Id="R96d9d5b158ef4d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a8ca4cfb4049a0" /><Relationship Type="http://schemas.openxmlformats.org/officeDocument/2006/relationships/notesMaster" Target="/ppt/notesMasters/notesMaster1.xml" Id="R0d0410f8b3e34f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ee45a05de34a41" /><Relationship Type="http://schemas.openxmlformats.org/officeDocument/2006/relationships/notesMaster" Target="/ppt/notesMasters/notesMaster1.xml" Id="Rd333d18304c94a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e6aca3976343cb" /><Relationship Type="http://schemas.openxmlformats.org/officeDocument/2006/relationships/notesMaster" Target="/ppt/notesMasters/notesMaster1.xml" Id="R6cdf76022a4d42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82522c14234a6d" /><Relationship Type="http://schemas.openxmlformats.org/officeDocument/2006/relationships/notesMaster" Target="/ppt/notesMasters/notesMaster1.xml" Id="R489e843c095648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01258faed248e8" /><Relationship Type="http://schemas.openxmlformats.org/officeDocument/2006/relationships/notesMaster" Target="/ppt/notesMasters/notesMaster1.xml" Id="Rd41ceb2a8d9048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44a24e29954cb7" /><Relationship Type="http://schemas.openxmlformats.org/officeDocument/2006/relationships/notesMaster" Target="/ppt/notesMasters/notesMaster1.xml" Id="R0e50ecceef7a49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9dced3b1234d28" /><Relationship Type="http://schemas.openxmlformats.org/officeDocument/2006/relationships/notesMaster" Target="/ppt/notesMasters/notesMaster1.xml" Id="Rc86a97b12a6b4b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4b573ecdeb4839" /><Relationship Type="http://schemas.openxmlformats.org/officeDocument/2006/relationships/notesMaster" Target="/ppt/notesMasters/notesMaster1.xml" Id="Rf7be1b6082cf4d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2c5ed6e0684352" /><Relationship Type="http://schemas.openxmlformats.org/officeDocument/2006/relationships/notesMaster" Target="/ppt/notesMasters/notesMaster1.xml" Id="R52000107435b46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c9760ac3504694" /><Relationship Type="http://schemas.openxmlformats.org/officeDocument/2006/relationships/notesMaster" Target="/ppt/notesMasters/notesMaster1.xml" Id="R15f4ac1e07d74f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fa990f292843ca" /><Relationship Type="http://schemas.openxmlformats.org/officeDocument/2006/relationships/notesMaster" Target="/ppt/notesMasters/notesMaster1.xml" Id="Rac17ada6d2e44a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го претставувам AEGIS како локална, контролирана Purple-Team платформа. Главната идеја е да го спојам реалното скенирање со Nmap и проверката на сервисот со локални јазични модели, но моделот никогаш сам не прогласува ранливост.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Воведот треба да ја постави разликата меѓу откривање и докажување. Nmap може да каже дека сервисот слуша на порта, но AEGIS користи специјализиран верификатор: за Redis проверува дали бара автентикација, а за веб сервисот само потврдува дека сервисот одговара.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ја користи аналогијата со куќа. Red Team гледа дали портата е отворена и дали Redis прифаќа PING без клуч. Blue Team применува политика, ја блокира ексфилтрацијата и додава requirepass. Purple Team ја споредува состојбата OPEN со состојбата после закрпата и бара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Архитектурата е поделена во слоеви. FastAPI не се поврзува директно со произволен интернет домаќин. Target registry прво открива Docker лаборатории со AEGIS labels, а корисникот мора рачно да одобри една. Дури потоа се повикуваат Nmap и верификаторот.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Каталогот е посебен чекор помеѓу Report и Retest. Тој не стартува exploit, туку само овозможува listing и controlled match за верификуван OPEN finding. После тоа операторот внесува закрпа, а Retest ја проверува состојбата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 демонстрацијата се нагласува дека околината е лабораторија, а не production мрежа. Docker Compose ги подига двата сервиси. Target registry не чита произволни адреси, туку бара локални Docker labels и 127.0.0.1 port binding.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првото Redis сценарио target registry го открива redis-lab и корисникот го одобрува. Nmap гледа дека портата е отворена, но RedisAccessVerifier прави вистинска проверка: PING враќа +PONG и Redis прифаќа команда без authentication. Тоа е моментот кога системот создава проверен OPEN наод.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remediation во compose е додаден Redis requirepass. Retest повторно го повикува Nmap и Redis verifier. Port 6380 останува open, но директниот PING без лозинка враќа -NOAUTH. Затоа AEGIS ја означува состојбата како FIXED, а не затоа што портата исчезнала.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сценарио покажува важна граница. Отворената веб порта и HTTP одговорот се service discovery, не доказ за exploitability. AEGIS го задржува NO_FINDING за да избегне претерано тврдење.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покажувам дека multi-model не значи дека моделите се случајно сменети. Секој има улога. Во UI може да се постави модел за Nmap triage и друг за финална анализа. Semantic guard останува посебен и fail-closed. OpenRouter е подготвен како опционален provider, но локалниот режим е основниот демонстрациски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ја покажувам разликата меѓу Policy/Ethical Scope Guard и Semantic Prompt Guard. Првиот контролира каде смее да се работи, вториот контролира што смее да стигне до LLM. Ако target не е одобрен, Nmap воопшто не се повикува. Ако prompt се обидува да ги заобиколи правилата, моделот не добива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намерно ограничен дел. Кодот го поддржува listing и match, но AEGIS не извршува Metasploit exploit. Тоа е коректно за етичка лабораторија. Во моменталната конфигурација native Ruby делот може да биде блокиран од Windows Security, па не треба да тврдиме дека имаме демонстриран exploit.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Извештајот е Markdown и се зачувува во reports директориумот. Audit trail е append-only JSONL на апликациско ниво. Тоа е доволно за лабораториска демонстрација и за да се види кој агент што направил, но не го нарекувам криптографски immutable систем.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корисен ако професорот праша што точно е завршено. Не тврдам дека има активен exploit. Има локален Nmap, агенти, verifier, multi-model, reports и retest. Metasploit делот е listing/match со execution disabled, а OpenRouter е само опционален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крајот го поврзувам целиот проект со кратка демонстрација: прво web NO_FINDING, потоа Redis OPEN, рачна закрпа, Redis FIXED retest, а на крај prompt и transfer BLOCK. Така професорот гледа и реален алат, и LLM, и заштитни механизми.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21d22009343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86fd99952c44dd" /><Relationship Type="http://schemas.openxmlformats.org/officeDocument/2006/relationships/slideLayout" Target="/ppt/slideLayouts/slideLayout1.xml" Id="Ra14fab1e2c0d4e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fab1e2c0d4e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a1a179a4d4e0b" /><Relationship Type="http://schemas.openxmlformats.org/officeDocument/2006/relationships/image" Target="/ppt/media/image.png" Id="R5c694b8c01294855" /><Relationship Type="http://schemas.openxmlformats.org/officeDocument/2006/relationships/notesSlide" Target="/ppt/notesSlides/notesSlide1.xml" Id="Rc2d5493bca8e4f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82a76b16549f6" /><Relationship Type="http://schemas.openxmlformats.org/officeDocument/2006/relationships/notesSlide" Target="/ppt/notesSlides/notesSlide2.xml" Id="R997472eec8d945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829620f7948af" /><Relationship Type="http://schemas.openxmlformats.org/officeDocument/2006/relationships/notesSlide" Target="/ppt/notesSlides/notesSlide3.xml" Id="Rfbe58c785c2c43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28ccfc5e34f41" /><Relationship Type="http://schemas.openxmlformats.org/officeDocument/2006/relationships/notesSlide" Target="/ppt/notesSlides/notesSlide4.xml" Id="Re00bb7fb2336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15fe1b93546ed" /><Relationship Type="http://schemas.openxmlformats.org/officeDocument/2006/relationships/notesSlide" Target="/ppt/notesSlides/notesSlide5.xml" Id="R4a16a74730dc48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b2447940b4075" /><Relationship Type="http://schemas.openxmlformats.org/officeDocument/2006/relationships/notesSlide" Target="/ppt/notesSlides/notesSlide6.xml" Id="R8124676e14eb46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8abef36674bb5" /><Relationship Type="http://schemas.openxmlformats.org/officeDocument/2006/relationships/image" Target="/ppt/media/image2.png" Id="R4f4c8a1bcaa644e0" /><Relationship Type="http://schemas.openxmlformats.org/officeDocument/2006/relationships/notesSlide" Target="/ppt/notesSlides/notesSlide7.xml" Id="R86206f507e2a4b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7b40157cd4f82" /><Relationship Type="http://schemas.openxmlformats.org/officeDocument/2006/relationships/image" Target="/ppt/media/image3.png" Id="R0bfee0c35b504a71" /><Relationship Type="http://schemas.openxmlformats.org/officeDocument/2006/relationships/notesSlide" Target="/ppt/notesSlides/notesSlide8.xml" Id="Rb908ec6041c94b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ada8f424a4dba" /><Relationship Type="http://schemas.openxmlformats.org/officeDocument/2006/relationships/notesSlide" Target="/ppt/notesSlides/notesSlide9.xml" Id="Rd6617d7d035d4d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78c1304d247bc" /><Relationship Type="http://schemas.openxmlformats.org/officeDocument/2006/relationships/notesSlide" Target="/ppt/notesSlides/notesSlide10.xml" Id="Ref082cd0b83546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526b596e641eb" /><Relationship Type="http://schemas.openxmlformats.org/officeDocument/2006/relationships/image" Target="/ppt/media/image4.png" Id="R0c40bbdcdfcc4069" /><Relationship Type="http://schemas.openxmlformats.org/officeDocument/2006/relationships/image" Target="/ppt/media/image5.png" Id="R2e660bb3348345ad" /><Relationship Type="http://schemas.openxmlformats.org/officeDocument/2006/relationships/notesSlide" Target="/ppt/notesSlides/notesSlide11.xml" Id="R5f6f7e14e9b442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d176d4a3f4a69" /><Relationship Type="http://schemas.openxmlformats.org/officeDocument/2006/relationships/notesSlide" Target="/ppt/notesSlides/notesSlide12.xml" Id="R8fd98a1678a14e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eff9c60684022" /><Relationship Type="http://schemas.openxmlformats.org/officeDocument/2006/relationships/notesSlide" Target="/ppt/notesSlides/notesSlide13.xml" Id="R8ada431834d74c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6a49a38ba4b97" /><Relationship Type="http://schemas.openxmlformats.org/officeDocument/2006/relationships/notesSlide" Target="/ppt/notesSlides/notesSlide14.xml" Id="R11df96d14c5d4d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ee546b7c545cc" /><Relationship Type="http://schemas.openxmlformats.org/officeDocument/2006/relationships/notesSlide" Target="/ppt/notesSlides/notesSlide15.xml" Id="R787033fd288c46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53633-91B4-4F22-B98A-D560D6BD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79A61-8948-4ADA-A869-1F99E88B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94b8c01294855"/>
          <a:stretch xmlns:a="http://schemas.openxmlformats.org/drawingml/2006/main"/>
        </p:blipFill>
        <p:spPr>
          <a:xfrm xmlns:a="http://schemas.openxmlformats.org/drawingml/2006/main">
            <a:off x="7905750" y="90487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2B19F-E2F2-4560-AE15-9F81F6D5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ПРОЕКТНА ПРЕЗЕНТАЦИЈА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7B3C1-E746-4575-B5D0-D340A3C3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F8B28-D37F-4DDC-A912-E5FF1298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Агентно базирано етичко хакирање со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A33A9-A2C8-4183-840C-5080DCE5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Локална Purple-Team платформа за проценка, верификација и ретестирање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E27ED-F150-435D-8492-610F113A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4385E-9C61-4B43-ABDD-9FA252D3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лабораторија  •  Nmap  •  Ollama  •  Policy &amp; Ethical 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30ED6-D7E9-4B4C-93F1-3699F87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Изработила: Марија Ѓорѓиева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65C28-CAAC-4563-A2C3-8EAFAD64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49909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794DB-9992-4D25-9EC3-6DA2F266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01  •  ВОВЕД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88BF0-7A1F-48F8-A2A8-69F958A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AEGIS?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62928-3706-4DE5-9FE3-E606A53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може да помогне во анализа, но без контрола може да донесе погрешна или ризична одлука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D4A01-BE4B-47F5-AFFA-356B81EA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D095A-EEA1-4E37-813C-4430284C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51D7D-25F5-43E6-B6C5-EACB20C1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A9B7D-8940-4985-B7F9-C13300B1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4835D-9E6F-48A2-B0A1-C73DD895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AA477-5FB3-49C8-BB5D-EE0CED16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C58E0-BD95-4E48-8B71-077B469A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Обично скенирање покажува дека портата е отворена. Тоа само по себе не докажува ранливост и не кажува дали проблемот е поправен.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E4ACB-61B6-4D50-B6C8-1BFD2003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0E2F0-7395-4F55-B180-5288EF52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CCFF7-8DA7-42AD-97FA-7A2B60F1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BCA84-B2F6-4B42-BCD3-7E6A78A6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комбинира Nmap, детерминистички верификатор, повеќе локални LLM улоги и policy проверки во еден повторлив процес.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7B0335-7AC8-4C14-87A0-03564A6C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C08CB-3D71-4296-9457-FA567275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631BB-E08F-4E46-98EF-6B131913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Цел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0A0EF-C78C-4574-8BF5-C4BACF55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Да добиеме проверлив резултат: OPEN, FIXED или NO_FINDING, придружен со извештај и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FEAF5-3909-4B3B-93D2-ED940A1D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Клучен принцип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9B53A-29A5-40E2-93DF-0C1325F5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LLM објаснува и сумира. Верификаторот одлучува дали наодот навистина постои.</a:t>
            </a:r>
          </a:p>
        </p:txBody>
      </p:sp>
    </p:spTree>
    <p:extLst>
      <p:ext uri="{BB962C8B-B14F-4D97-AF65-F5344CB8AC3E}">
        <p14:creationId xmlns:p14="http://schemas.microsoft.com/office/powerpoint/2010/main" val="388238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F2A43-66FA-44DA-BB19-D9D3DC81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  •  МЕТОДОЛОГИЈА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D47AD-7821-43A0-8927-F28337D3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Red, Blue и Purple улогите во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200C7-9EDF-4170-A054-03C35DEA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Куќата е локалниот компјутер и Docker лабораторијата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D7C80-74FA-4B3D-9991-09FDCC91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46D89-A1C6-44C3-A4F9-69BE91D7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6C884-483B-48CF-B448-AA40A087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A800D-7819-4C94-A952-7EC39237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E2495-F32E-4154-8A0D-6CB83737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КУЌАТА = локален компјутер + Docker lab     |     ВРАТИ = порти 6380 / 8082     |     КАТАНЕЦ = 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A55EB-EF88-439A-ABE3-B364B303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9FEC1-19AA-4AEA-8AD1-FB6708F2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RED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D527F-9144-4952-9C1E-5BB9B993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ПРОБЛЕМ / 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BC4D1-638F-47A5-8092-CE8C8F69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Проверува дали вратата е отклучена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3ACDC-C327-4E3A-8324-603FBE55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ги наоѓа портите.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/ HTTP verifier потврдува.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catalog само прегледува.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1C0F8-C584-4063-BACC-E5208075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3AD4E-E80C-499F-9984-CF26EC3C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BLUE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9B79E-CBA6-433E-93FA-D0CE1053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РЕШЕНИЕ / ЗАШТИТА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508EF-9156-4811-A2DA-814EE066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Го ограничува и го поправа проблемот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16377-6E9E-4C99-9FA6-C6B02764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+ Ethical Scope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/ Transfer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закрпа + Retest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3B587-8F29-4C2C-BA8B-E717727E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92A32-9DDB-46C8-971D-6F140057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PURPLE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165AE-AD58-4A69-9CAC-C4A04449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КРАЈНА ЦЕЛ / ПОВРАТНА ВРСКА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A88B6-0E7E-43AA-8CB5-6AFFA8DF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OPEN → PATCH → 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122DF4-16C9-4DF2-A823-89EBBE03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се повторува после поправката и остава audit trail.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03B5D-A18E-4021-83E4-6F3B5154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= инспектор кој проверува само сопствена куќа, запишува доказ и не ја обива вратата автоматски.</a:t>
            </a:r>
          </a:p>
        </p:txBody>
      </p:sp>
    </p:spTree>
    <p:extLst>
      <p:ext uri="{BB962C8B-B14F-4D97-AF65-F5344CB8AC3E}">
        <p14:creationId xmlns:p14="http://schemas.microsoft.com/office/powerpoint/2010/main" val="210516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3D3333-1EFA-40D8-A87F-850E4A18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03  • 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27D22-FC03-4EB1-BBBB-F01A862F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Како е составен системот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FF519-5848-4AD5-9078-32B1F0B7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Кориснички интерфејс, оркестратор, алатки, модели и докази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3B18D-6B73-4FBE-9628-34927582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45643-4811-4DD7-829F-F1F47687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8127D-E72F-4F38-954C-9EF8F224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AD729-8791-4D8B-861E-388C75F3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01A29-4F49-4248-9168-1E4DC099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КОРИСНИК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CAD0C-84A8-48AF-A682-9C1AF42A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25F05-6D99-4315-BCAB-7A7EB1B2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Target registry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Mission controls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console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&amp;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FA619-8090-45FD-9508-8932F124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http://127.0.0.1:8000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14F4E-A4BF-4C08-99B4-9D046F0C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3291A-3709-4B3E-A387-280FA26F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FastAPI оркестратор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3A08A-4984-421D-A3F8-6E340D76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574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gate • scope gate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route /run-assessment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6BB31-9571-434E-91A5-06978533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3C8EB-6BDB-4CAC-AF6A-A7928E42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528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Tool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4E568-95AD-4C4C-AB3F-C3D9E922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480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• HTTP verifier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276E7-0A20-40D6-85EA-977EE12F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B5728-414B-4A89-BA1F-D19F5F4D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434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A1C6B-CEC5-4A90-B775-AD6F48C7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387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• audit JSONL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/ FIXED / NO_FINDING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D4BEE-605E-4F9C-8E84-FD95FBD3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3A039-5A84-4E0E-A69F-26B507B4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253BE-7DAA-408F-BAEB-5417B861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web-lab :8082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redis-lab :6380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377F9-5CB9-4AF6-A5A6-BBFC0971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35AC0-C159-49E2-93DA-A4CC5276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C2496-1AB3-48A2-A0C3-BBFCDD91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llama3.2:1b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A0E08-EC5C-4D1D-A14F-2B433532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8B99F-ED3B-412E-9960-EA2DA37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493F0-FC97-4078-8BF3-6B8B8483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Каталог само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8DAF3-C11E-49E7-BE79-29060FD4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9777F-591F-48DC-91FB-BAFD61F9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415396-DF1A-495A-8BCC-849BAE84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A9713F-4C46-427E-8364-83B3E92B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33573-5242-48F2-958B-6DE51C44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9086F2-13BC-4A0D-B61F-6F831FF1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6D9BA-3236-4C11-A03A-9999DFDC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чекор се запишува како evidence: кој агент работел, што видел и зошто донел одлука.</a:t>
            </a:r>
          </a:p>
        </p:txBody>
      </p:sp>
    </p:spTree>
    <p:extLst>
      <p:ext uri="{BB962C8B-B14F-4D97-AF65-F5344CB8AC3E}">
        <p14:creationId xmlns:p14="http://schemas.microsoft.com/office/powerpoint/2010/main" val="1217936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997C92-51AC-43A0-9062-7AFA84A9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04  •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79472-C605-4C3A-9B95-A74F45E8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Од Docker target до проверен извештај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864D7-9B0C-46FF-AEC0-EF5FFBEC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Целиот pipeline во редоследот што го извршува апликацијата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0881C-FA38-466C-B640-7A520BC0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0B183-6B28-44DE-A0CC-DF1614F1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3757F-57BC-4A01-AB0C-0B850784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34B1D-5AB2-4C2C-8EE0-1941F0FE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2084D-1726-4F80-BE78-CA2CBF1C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E5CA9-541C-4B9F-B03E-6B33765A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A2D5-1054-4D73-87A1-2AEE0B68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6704A-FC37-4BAD-A70A-DBDBD409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60D37-6C37-470A-B620-BAFE83E1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1A44B-8F0F-4813-B633-391709CD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37BAB-886A-4042-8670-CC14AF24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2F6D1-F329-458A-AF99-4DB1E3B4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loopback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9BE8E-C416-477F-A9BF-791B4713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FA5C2-1080-41BB-89EA-6BC6B5BF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6A734-5BC5-454E-9F7D-5BED2CA7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FD9E2-80F7-42DA-A0E5-CC915A5B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E1608-8AF1-4317-A660-7B92B9C7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DA13F-86D5-40AC-86EC-578FD18D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C536C-4D25-4515-AA16-9FA8A963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46118-167C-4363-B6C6-DE48CB7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4B699-4EBE-4C77-9E37-CAC79EF5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D5350-1AA0-4640-8A81-669924AE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real tool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F9DFB-2B16-463A-8282-7FABDD7B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459ABB-E294-4164-B005-B922A05A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018049-F168-4CF8-BCA7-C904967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864988-7038-4B5D-9A59-ACF2CA4C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5D270B-7CCA-4873-AA28-80F68AC6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A5F2A8-DBEA-4DC7-A6D4-2C998AD2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B12B2D-121A-4816-A68F-7E73C765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9C1704-7D86-49D7-B81B-BD45A52D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620D0F-BA4C-4C82-9C56-F79BE632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8852E4-E53C-41FC-9400-072EC15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socket / HTTP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558F7-39C2-4265-912E-78E74D3B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97E501-7386-46E9-BFA6-CF151E1A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202A77-C8C0-474E-B921-170F24EB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910E8B-362C-4D36-B797-4804C42D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7C8E61-6A43-4EC0-98D3-C7F4667A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001A00-D105-4DFB-850C-69E34F40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A366C9-2C57-466E-B2B2-954D44C6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1731CE-619E-4ECE-ADD7-57C59B60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BFD06A-9EBE-4F44-9682-D46FC239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54F5A6-5849-468F-B612-2F130C9E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msfconsole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566CED-37B5-47BE-BB19-3C229420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A4AB59-99C8-493C-A411-DB0590C6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2829DC-3F02-4A23-9E80-A3A5C9AE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7951F7-784A-442C-855D-3E96ADBF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8A8E56-5D2B-4322-9B72-C787B4AA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FIXED after patch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9C9190-D8F7-4BFB-830E-77C72D83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6C96AE-FB9F-48B2-AF74-0D74682B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Позитивен пример  •  redis-lab:6380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8DDE94-C0D0-4EAA-A431-00EC1AF3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детектира open 6380, но Redis verifier преку PING детерминистички произведува CWE-306 (OPEN). LLM не измислува наод.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98E56C-3B2F-4007-BE84-62C7CF87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86AAE8-3490-47F1-8D53-58531985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Затворање на циклусот  •  Retest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B589AB-B861-47C9-83C9-5FD3F858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 --requirepass во docker-compose.yml, Retest повторува socket тест, добива -NOAUTH и ја менува состојбата од OPEN во FIXED.</a:t>
            </a:r>
          </a:p>
        </p:txBody>
      </p:sp>
    </p:spTree>
    <p:extLst>
      <p:ext uri="{BB962C8B-B14F-4D97-AF65-F5344CB8AC3E}">
        <p14:creationId xmlns:p14="http://schemas.microsoft.com/office/powerpoint/2010/main" val="946358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65340-1181-4159-9CCB-4C92D9BE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05  •  ЛАБОРАТОРИСКА ОКОЛИНА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EFE7E-85F4-415B-BB10-90B4A26B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 и потребни ресурси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B5956-6288-436C-9CB2-3949766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Сè работи локално, на loopback адреси, во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A1FC0-261F-41F7-9379-AD1A5D71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AB328-28AC-46B4-BA34-599DFAD0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D3897-67C7-43B9-BD6E-A81A7A5A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030F0-CF2F-472E-951A-F2E819E5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70CDA-F9E1-48FC-B5AE-00C8B6CE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B46C9-F718-4717-8E57-F5978DA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Хардвер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7D3F4-0360-4D9D-8789-D8C87515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Windows 11 машина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Минимум 8 GB RAM за удобно работење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Слободен простор за Docker images и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F13A1-4265-47A5-A252-91CE78EB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3A4B9-03DB-4A49-B1AF-E55E6F4E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8EC95-6039-4445-B7C4-1352C67E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Софтвер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4CFB9-23C9-451B-AB8F-24A108AF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Python + FastAPI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CLI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Ollama + llama3.2:1b / 3b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Framework (msfconsole)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4A65D-EF03-4B3E-8BE8-2AEAE34D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FD7A3-D32B-4227-A9B8-75F1B8F2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149E1-B332-47E5-A62A-1F237019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2879F-AA82-469A-A20A-2F64E794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75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ports се врзани само на 127.0.0.1. Data Exfiltration Guard / TransferGuardian спречува испраќање извештаи кон надворешен домен. Нема автоматски payload.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E81B7-A440-477D-B65C-C7680C5C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19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68270-F499-46D4-A380-1F3555B9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84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web-lab    127.0.0.1:8082 → 8081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redis-lab  127.0.0.1:6380 →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Target Registry Guard = Docker label + explicit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2133F-C905-406D-817D-EE6B67E7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Безбедносно предупредување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37BE1-CCCE-40E5-8EA2-0899592E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Операциите се наменети само за сопствената лабораторија. Не додавај надворешен target без експлицитна дозвола и одделена, изолирана средина.</a:t>
            </a:r>
          </a:p>
        </p:txBody>
      </p:sp>
    </p:spTree>
    <p:extLst>
      <p:ext uri="{BB962C8B-B14F-4D97-AF65-F5344CB8AC3E}">
        <p14:creationId xmlns:p14="http://schemas.microsoft.com/office/powerpoint/2010/main" val="1896284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96AF8-4835-4BCE-951B-F47EA6D0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06  •  СЦЕНАРИО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69566-4B28-4D53-A283-E9C9319C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наод: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3B04E-A185-4159-8562-E51EF6F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Отворена порта не е доволна. Наодот се потврдува со директен, не-деструктивен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36458-80DD-49C5-B94C-29A5900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C219B-BD26-467B-B3B1-13BF9357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47FA1-9F10-4B7A-98D7-B7D94BCA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c8a1bcaa644e0"/>
          <a:stretch xmlns:a="http://schemas.openxmlformats.org/drawingml/2006/main"/>
        </p:blipFill>
        <p:spPr>
          <a:xfrm xmlns:a="http://schemas.openxmlformats.org/drawingml/2006/main">
            <a:off x="514350" y="2224889"/>
            <a:ext cx="4857750" cy="2646347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ED4AD-8375-4608-AFCE-8C9AC99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Редослед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F2EF7-64E3-44EC-A60F-985F0E96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95D04-5D5D-4F5B-9784-333BFF75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4A255-F824-4CD9-8709-64A4FC74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6380/tcp е open на 127.0.0.1.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221FC-4004-4975-BA0A-C59F56C4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63E7E-D369-4071-AB62-3D37B66B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4EFC0-C1AA-45B6-BD1A-9F80CCA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Испраќа PING преку socket.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46EC4-366E-4E64-ABFE-03EECAA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F123A-DB8D-4F39-8EF4-F2828505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AA94C-8ACE-408B-9A1D-A3A2B295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+PONG без лозинка → CWE-306.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5AE54-F804-4DF9-BC91-5BE5F95C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B753E-34B4-4A12-BC63-2CD79069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 = "open"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finding = "CWE-306"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severity = "high"</a:t>
            </a:r>
          </a:p>
        </p:txBody>
      </p:sp>
    </p:spTree>
    <p:extLst>
      <p:ext uri="{BB962C8B-B14F-4D97-AF65-F5344CB8AC3E}">
        <p14:creationId xmlns:p14="http://schemas.microsoft.com/office/powerpoint/2010/main" val="1789796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CA2E3-5CAA-4B09-B9ED-23A0BE5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07  •  СЦЕНАРИО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372A1-1D1A-4D21-A624-34330B4E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Закрпа и retest: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F561-2E89-4A15-BC62-6109CB9B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потврдува дека authentication сега е задолжителна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F111D-F07C-48A7-B1BE-6682BF63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39C5F-92DE-4CF2-B068-0BABD7FC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E7058-BABF-426B-943D-F5646251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ee0c35b504a71"/>
          <a:stretch xmlns:a="http://schemas.openxmlformats.org/drawingml/2006/main"/>
        </p:blipFill>
        <p:spPr>
          <a:xfrm xmlns:a="http://schemas.openxmlformats.org/drawingml/2006/main">
            <a:off x="1202752" y="1809750"/>
            <a:ext cx="3576196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AC8D7-A185-438C-ABF2-705F6EFB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7F1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CEADC-C895-4B12-8B9F-6EAF1902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AFF30-F37F-480A-8E53-8947EDC0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redis-server --requirepass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B480B-9342-49F5-B4AE-B4ACC289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AEE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EB396-1CC9-4B7F-B8FF-7B861B3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45291-3E94-449B-BDB2-4BE5F2FE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-NOAUTH → finding no longer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D1319-9F34-45D0-84B2-CBFE9D87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Статусот FIXED доаѓа од новиот verifier резултат и од споредбата со претходниот OPEN report. Nmap сè уште може да гледа open port, затоа што достапноста не значи и неавтентициран пристап.</a:t>
            </a:r>
          </a:p>
        </p:txBody>
      </p:sp>
    </p:spTree>
    <p:extLst>
      <p:ext uri="{BB962C8B-B14F-4D97-AF65-F5344CB8AC3E}">
        <p14:creationId xmlns:p14="http://schemas.microsoft.com/office/powerpoint/2010/main" val="2098555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01DDB-230C-474F-8E83-98D696CE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08  •  СЦЕНАРИО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945DF-7CE2-4E3E-920D-238ED4BC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сервис: NO_FINDING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1BCA9-60E1-4D53-9AF3-D7AB5C0C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Сервисот е достапен, но проценката нема доказ за ранливост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B7AC6-5D1E-4AC5-861D-B8AA444A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B8E3B-5E83-4398-B439-9DA2B1CA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69A0B-108B-4CAE-8A00-CF07606D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FA8AE-F24E-446D-AECF-5030927A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8FE79-D508-4F4C-ABD2-F2ED8FC5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127.0.0.1:8082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E9CDC-AB89-441E-AF86-C00D99FB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Uvicorn / 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156B8-BAA9-4747-A6ED-6855AB42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BA46A-6CFC-45F5-9CF4-3DC0E905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810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Nmap: open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HTTP verifier: verified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Finding: null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Assessment: NO_FINDING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E5AF1-EC4B-43E5-A9C5-7C8CA64A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6F4E7-C9E7-4270-BE77-0A735C44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14FAC-A3A8-4F4E-9146-8EA567A0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значи NO_FINDING?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C0344-23DC-49AF-9B96-4CF6CFE6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Системот потврдил дека сервисот одговара, но не потврдил конкретна ранливост. Овој резултат е различен од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279BF-483E-477F-823B-575C5F7D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4857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AB295-BBB7-4502-8548-2989181A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A83ED-0356-4D4F-A23F-9B9C52D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LLM не одлучува?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7C91D-DC23-48D9-A076-2CCADFD7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triage моделот само го класифицира набљудувањето и предлага следен безбеден чекор. HTTP verifier ја одредува состојбата.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535FE-7A55-4357-9549-27D0041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Извештајот останува корисен: покажува што е измерено и што не е докажано.</a:t>
            </a:r>
          </a:p>
        </p:txBody>
      </p:sp>
    </p:spTree>
    <p:extLst>
      <p:ext uri="{BB962C8B-B14F-4D97-AF65-F5344CB8AC3E}">
        <p14:creationId xmlns:p14="http://schemas.microsoft.com/office/powerpoint/2010/main" val="3929075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7C1ED-76EF-4B28-8821-933DDE2F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09  •  MULTI-MODEL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4C6BD-D0D8-40F4-BB4E-5DE21752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Повеќе LLM улоги во еден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4FEAB-89DC-42B7-AC5F-25B14D25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Различни модели имаат различна задача и можат да се сменат од интерфејсот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C8E6B-0360-4304-816C-ED1594E1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E24C1-16D1-444A-BAB8-28E7F16D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BD70A-0C05-420F-97B6-2543CE18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E687C-34FD-4CCB-AB41-5D93B476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63B64-7DD9-456F-9A61-725D795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B2DFF-F506-42C2-BCA4-48EB71FB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брза класификација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мал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4EF20-7DF6-4A2C-8A34-E2456D61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A6DA6-DCEF-4333-B355-7D844F7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22D8C-4946-4A5F-859A-87A2C200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финална анализа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локално и 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AF248-2D07-4A0B-932D-E5335BAE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7C6CD-0904-4479-8FB4-56E8E58B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Оpcionално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C9981-1C2F-48FC-B4FA-6AE5BBAF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OpenRouter provider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со сопствен API key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не е активен по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34513-BA47-4947-8320-2733479D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F323E-22D6-4522-B386-4D53432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08564-7740-4EF6-9DF9-BF8BC1C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2B352-1C9F-4444-9055-3B87C95E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Guard +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41097-3AE1-485D-A2E2-D9CF44F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Provider swap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D875F-0AEC-4A63-B3B6-D8FAA979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B77F6-B683-462D-92F1-C263046B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Пример од демонстрацијата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2458B-6444-4D2B-BA01-DA91B5CF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triage = llama3.2:3b   •   final analysis = llama3.2:1b   •   guard = llama3.2:3b</a:t>
            </a:r>
          </a:p>
        </p:txBody>
      </p:sp>
    </p:spTree>
    <p:extLst>
      <p:ext uri="{BB962C8B-B14F-4D97-AF65-F5344CB8AC3E}">
        <p14:creationId xmlns:p14="http://schemas.microsoft.com/office/powerpoint/2010/main" val="17289249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19B59-6A8E-49DE-A105-42DFB287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10  •  ЗАШТИТНИ МЕХАНИЗМИ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27B92-A07F-4F67-BE2C-890F9E6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guard пред секоја ризична акција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5E233-A76E-400C-AD38-6B2A5841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блокира prompt injection, непотребна ексфилтрација и target надвор од дозволениот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A6F1D-FBA8-4831-9BF4-C1026610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78D57-6761-473D-A62C-4C86A7A1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CE650-C73A-47A2-873B-E70323DF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0bbdcdfcc4069"/>
          <a:stretch xmlns:a="http://schemas.openxmlformats.org/drawingml/2006/main"/>
        </p:blipFill>
        <p:spPr>
          <a:xfrm xmlns:a="http://schemas.openxmlformats.org/drawingml/2006/main">
            <a:off x="981740" y="1866900"/>
            <a:ext cx="3256221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60bb3348345ad"/>
          <a:stretch xmlns:a="http://schemas.openxmlformats.org/drawingml/2006/main"/>
        </p:blipFill>
        <p:spPr>
          <a:xfrm xmlns:a="http://schemas.openxmlformats.org/drawingml/2006/main">
            <a:off x="4953000" y="2244686"/>
            <a:ext cx="4191000" cy="210192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5CEA6-F839-42D5-AB68-022D4286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B7B08-164C-4A95-BC4A-18F9D6B0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CE7AD-16CB-40D6-B99F-58EE8D5C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tools_called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policy.allowed = false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scope.allowed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LLM не добива команда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9BFB8-4F8F-41A7-9AF5-B6B9F548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B1924-C7A3-490C-B331-D1226F9C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Безбедно едукативно прашање стигнува до локалниот LLM и добива одговор.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3FE83-B611-417E-83A7-F04965B5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47088-4C35-41C1-8BF4-121B046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Непознат target или обид за override се блокира пред алатката или моделот.</a:t>
            </a:r>
          </a:p>
        </p:txBody>
      </p:sp>
    </p:spTree>
    <p:extLst>
      <p:ext uri="{BB962C8B-B14F-4D97-AF65-F5344CB8AC3E}">
        <p14:creationId xmlns:p14="http://schemas.microsoft.com/office/powerpoint/2010/main" val="1492129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BBECC-AACD-4D9F-A330-95F6AE82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11  •  КОНТРОЛИРАНА ВАЛИДАЦИЈА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72C0A-48A7-4289-A0FE-981B7D6A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каталог без автоматизиран напад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525F7-B36C-4920-8D70-A415655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наоѓа соодветните модули за преглед, но автоматското извршување е строго исклучено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B47D4-E955-401D-BBA7-3C27BF62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A760E-0F3D-45CB-A58E-1152BA64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D68CD-E2EC-47A9-9E3E-8118D317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B92EB-E609-4EEE-8712-EAE9A188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AB5F1-666F-46D5-977F-2047EC7E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1  • 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EAE9E-2855-42C6-94B8-38906C7F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Локален 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9E36E-D0BF-4425-B732-BC82D1CF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Пребарување преку msfconsole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auxiliary scanner кандидати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Ограничено на одобрената Docker мета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Нула payload и нула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F857C-B21F-4A2F-AC13-C643C0A8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C909B-3285-4EE7-AEEA-FC5B2551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• 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A2233-440C-4EA2-A1FF-CA43CBD1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AI селекција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D1D77-6488-4590-AD88-95E2421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 споредува verified OPEN finding со листата на дозволени имиња. Моделот предлага match само ако каталогот врати кандидат. Параметрите се прикажуваат за едукативен преглед.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77C84-6219-4795-BC08-8EE39AC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C9850-8E5E-457E-AD91-C625C20D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  •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618CB-F0A9-4DC3-8EB7-E467FEB3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Човечка одлука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B92EE-C8AB-4DA7-BA0C-7AC2AD1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execution: disabled е задолжително. Операторот или професорот ги прегледува доказите, а секоја понатамошна офанзивна активност бара посебна, изолирана и одобрена средина.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A8E22-1A36-4C5E-A30E-E2A3ACE2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A6EFF-A829-4977-ACDE-6D8062D6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E5C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5C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3304A-8350-482E-AD58-4E1548CE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Забелешка за Windows: каталогот е опционален. Ако локалната Ruby компонента е блокирана од Windows Security, статусот е UNAVAILABLE, а останатите делови на AEGIS продолжуваат нормално.</a:t>
            </a:r>
          </a:p>
        </p:txBody>
      </p:sp>
    </p:spTree>
    <p:extLst>
      <p:ext uri="{BB962C8B-B14F-4D97-AF65-F5344CB8AC3E}">
        <p14:creationId xmlns:p14="http://schemas.microsoft.com/office/powerpoint/2010/main" val="9384174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1FAB9-27F4-4280-8882-71FABF86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12  •  ДОКАЗИ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2F38F-E877-4A32-A965-9C11B8B8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Извештај, audit trail и репродуктивност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0AF31-6CC8-498E-A9F5-C5411828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run остава трага што може да се прегледа и спореди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61027-61D6-45BF-BDF2-0120FDB3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501C3-CBD0-483B-9FCE-B36E220A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A498C-4BB7-4C52-8A9F-0E73BDB5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1F022-F029-46E7-A96D-88F5AA5E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191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7E3FD-F4CA-4D5A-954E-70000DC0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48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assessment_state: FIXED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policy.allowed: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scope.allowed: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nmap.status: completed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verification.status: fixed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retest.status: 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1DBB6-6616-4238-A6B0-61297C94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5619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F9EB3-9229-487C-AFDF-ABCABBAE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се запишува?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25738-EBF7-4E27-B10D-49F84842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target и scope одлука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точната алатка и нејзиниот резултат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моделот што ја направил triage анализата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verified finding и препорака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report ID и retest споредба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0F0EB-2D29-471B-8F73-9962AAF2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2717-3AB9-4B64-81D6-D2DC6F99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Audit trail = оперативна трага за демонстрација и debugging. Не го претставуваме како криптографски immutable ledger.</a:t>
            </a:r>
          </a:p>
        </p:txBody>
      </p:sp>
    </p:spTree>
    <p:extLst>
      <p:ext uri="{BB962C8B-B14F-4D97-AF65-F5344CB8AC3E}">
        <p14:creationId xmlns:p14="http://schemas.microsoft.com/office/powerpoint/2010/main" val="15424633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072772-1469-4D9F-91D6-0BB5797D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13  •  ПОКРИЕНОСТ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85938-B25C-46D0-96F3-60607030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е имплементирано и кои се границите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79396-C6F0-467C-BB92-811223C0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Транспарентната проценка е дел од етичкиот дизајн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E91D7-F1AD-4C1B-BD31-111BFD24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31F64-B72C-46D6-988A-5750D964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229FF-D783-4E66-8C14-3FE9BBEA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68957-1342-4C4E-AEB9-0BE0C3EE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Барање / способност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A5559-0046-44B1-9B93-03FFF82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5B791-7FBE-4EB0-B732-92D0B8F1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68CCC-8945-447F-8E6E-F17C09BB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повик + agent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4C492-78A6-4969-A391-F0F0349B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5E38B-FEF0-4837-BF5E-08D381E1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DC87F-1AE1-4B2D-8C8B-7A50C101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Проверка на ранливост +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8BA62-D371-44C9-B3CE-E74DD29A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6D952-E876-4560-94E5-FBAD8419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29D2E-9E39-4968-8611-7E71F7B3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Patch → policy/retest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E54D2-9541-4CAC-AD22-52FE5FF4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806F8-F2EB-42A0-ABF9-EF287082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53112-F187-4D0D-B30D-8A2ED6B1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Повеќе локални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57FD3-074B-4E37-9227-6486799E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EA0A1-0A0C-46F0-862A-2A89CE09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D2E1B-E7D7-42C1-81D3-B557893C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scope и prompt блокирање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4B726-BC12-49B7-B938-BFB1C98D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F5CA53-D37A-400D-985E-E7CB0319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CE577-F662-4EE6-943C-54E54F81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listing /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A635A-4A48-4842-8A4D-0563B4EA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Делумно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0814C-F8BF-4529-9013-C563D00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4FDFF-8169-4CB0-9945-3F80F718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Автоматски exploit / ексфилтрација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9BE64-9392-4330-A96A-CD19852C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Исклучено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6678E0-18B2-480A-AC4E-986BCC44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E09C00-883F-4E05-B19E-BA7CB11B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OpenRouter cloud модел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791C32-0221-419E-B982-58B67C2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Опционално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37DE15-A07D-4D08-B736-5F1613B1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Оваа листа ја кажува реалната состојба: AEGIS демонстрира безбедна проценка, а не неконтролиран офанзивен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9010764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49BA3-1ECA-4907-BE78-953CFF7A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14  •  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DCADD-E652-4925-A123-CFDA52A0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демонстрира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F3789-554D-47B6-AE5C-86AF11A9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Безбедна и детерминистичка оркестрација на алатки и модели во локална лабораторија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1E647-35CE-405F-9AD8-BBD3638C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DFA61-4F55-4DD2-B216-A24A27B1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6704D-A7CA-463C-9047-0A8762A7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CC40F-43B8-4735-B27C-E30844C2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F06F4-F1BD-487E-8C9D-C639FE75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Реален алат, а не симулација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1220D-7992-490D-9048-731FB581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и Metasploit се повикуваат како системски процеси, а структурираниот резултат се предава на Triage агентот за анализа и контекст.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C0021-1D30-4859-9F0A-A354F5A0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FC1A9-ADD7-4AAF-B3DD-ECBCE178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Проверлив и точен наод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8246A-00CA-47F8-935B-F254F442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Verifier модулите детерминистички одлучуваат OPEN, FIXED или NO_FINDING. LLM помага за контекст, објаснување и препорака, но не ја прогласува ранливоста.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29C37-6F4A-4775-9A00-DFC4DD3B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5DE5E-2FAD-4866-BAC1-F0C12A94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Строги етички и безбедносни граници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ABD48-728A-4231-BDA4-3020A649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Scope, Prompt и Transfer заштитниците спречуваат надворешни мети, измамнички команди и истекување податоци. Офанзивното извршување останува исклучено.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DB4D6-19FB-4B9D-92DE-59CABACF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2862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AE055-5ADE-4FE8-891F-6413FC9E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Демо редослед за одбрана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7C45A-BA50-4EA2-8CC6-EDA4C378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1  Discover + approve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2  Run web-lab → NO_FINDING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3  Run redis-lab → OPEN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4  Patch Redis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5  Retest → FIXED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6  Prompt BLOCK + transfer BLOCK</a:t>
            </a:r>
          </a:p>
        </p:txBody>
      </p:sp>
    </p:spTree>
    <p:extLst>
      <p:ext uri="{BB962C8B-B14F-4D97-AF65-F5344CB8AC3E}">
        <p14:creationId xmlns:p14="http://schemas.microsoft.com/office/powerpoint/2010/main" val="1480870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2026-09-22T14:51:07.1830000Z</dcterms:created>
  <dcterms:modified xsi:type="dcterms:W3CDTF">2026-09-22T14:51:07.1830000Z</dcterms:modified>
</coreProperties>
</file>