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1352956014775" /><Relationship Type="http://schemas.openxmlformats.org/officeDocument/2006/relationships/extended-properties" Target="/docProps/app.xml" Id="R4688be167d90463d" /><Relationship Type="http://schemas.openxmlformats.org/officeDocument/2006/relationships/officeDocument" Target="/ppt/presentation.xml" Id="R7c089316683541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adab201cc4d50"/>
  </p:sldMasterIdLst>
  <p:notesMasterIdLst>
    <p:notesMasterId xmlns:r="http://schemas.openxmlformats.org/officeDocument/2006/relationships" r:id="Ra97d3226fcf14c34"/>
  </p:notesMasterIdLst>
  <p:sldIdLst>
    <p:sldId xmlns:r="http://schemas.openxmlformats.org/officeDocument/2006/relationships" id="256" r:id="Rb230a35f63ea4498"/>
    <p:sldId xmlns:r="http://schemas.openxmlformats.org/officeDocument/2006/relationships" id="257" r:id="R04d3f3e4fbdb4610"/>
    <p:sldId xmlns:r="http://schemas.openxmlformats.org/officeDocument/2006/relationships" id="258" r:id="R788bac6992ff458f"/>
    <p:sldId xmlns:r="http://schemas.openxmlformats.org/officeDocument/2006/relationships" id="259" r:id="Rc5e236007579479e"/>
    <p:sldId xmlns:r="http://schemas.openxmlformats.org/officeDocument/2006/relationships" id="260" r:id="R85b977ae6c394c71"/>
    <p:sldId xmlns:r="http://schemas.openxmlformats.org/officeDocument/2006/relationships" id="261" r:id="R3cbfb99f4634409c"/>
    <p:sldId xmlns:r="http://schemas.openxmlformats.org/officeDocument/2006/relationships" id="262" r:id="R2767349355b44632"/>
    <p:sldId xmlns:r="http://schemas.openxmlformats.org/officeDocument/2006/relationships" id="263" r:id="R3dc8b3aa51884449"/>
    <p:sldId xmlns:r="http://schemas.openxmlformats.org/officeDocument/2006/relationships" id="264" r:id="R21726279e5bc48a6"/>
    <p:sldId xmlns:r="http://schemas.openxmlformats.org/officeDocument/2006/relationships" id="265" r:id="R2e365ca06ca441f5"/>
    <p:sldId xmlns:r="http://schemas.openxmlformats.org/officeDocument/2006/relationships" id="266" r:id="R25bb25e56f954347"/>
    <p:sldId xmlns:r="http://schemas.openxmlformats.org/officeDocument/2006/relationships" id="267" r:id="Ra975e20b1ac94d1a"/>
    <p:sldId xmlns:r="http://schemas.openxmlformats.org/officeDocument/2006/relationships" id="268" r:id="R8270a80a5d6848c1"/>
    <p:sldId xmlns:r="http://schemas.openxmlformats.org/officeDocument/2006/relationships" id="269" r:id="R989591c1eb704a17"/>
    <p:sldId xmlns:r="http://schemas.openxmlformats.org/officeDocument/2006/relationships" id="270" r:id="R6c3b73bbca7941b0"/>
    <p:sldId xmlns:r="http://schemas.openxmlformats.org/officeDocument/2006/relationships" id="271" r:id="R37f5a0cfb3f44974"/>
    <p:sldId xmlns:r="http://schemas.openxmlformats.org/officeDocument/2006/relationships" id="272" r:id="R395c4e3413234ed4"/>
    <p:sldId xmlns:r="http://schemas.openxmlformats.org/officeDocument/2006/relationships" id="273" r:id="R5b50cc18b86f4b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f4a3289a24f37" /><Relationship Type="http://schemas.openxmlformats.org/officeDocument/2006/relationships/slideMaster" Target="/ppt/slideMasters/slideMaster1.xml" Id="Rc9dadab201cc4d50" /><Relationship Type="http://schemas.openxmlformats.org/officeDocument/2006/relationships/notesMaster" Target="/ppt/notesMasters/notesMaster1.xml" Id="Ra97d3226fcf14c34" /><Relationship Type="http://schemas.openxmlformats.org/officeDocument/2006/relationships/presProps" Target="/ppt/presProps.xml" Id="R01d567c37a7a4e22" /><Relationship Type="http://schemas.openxmlformats.org/officeDocument/2006/relationships/tableStyles" Target="/ppt/tableStyles.xml" Id="Rdaa03e9d1a2943b7" /><Relationship Type="http://schemas.openxmlformats.org/officeDocument/2006/relationships/slide" Target="/ppt/slides/slide1.xml" Id="Rb230a35f63ea4498" /><Relationship Type="http://schemas.openxmlformats.org/officeDocument/2006/relationships/slide" Target="/ppt/slides/slide2.xml" Id="R04d3f3e4fbdb4610" /><Relationship Type="http://schemas.openxmlformats.org/officeDocument/2006/relationships/slide" Target="/ppt/slides/slide3.xml" Id="R788bac6992ff458f" /><Relationship Type="http://schemas.openxmlformats.org/officeDocument/2006/relationships/slide" Target="/ppt/slides/slide4.xml" Id="Rc5e236007579479e" /><Relationship Type="http://schemas.openxmlformats.org/officeDocument/2006/relationships/slide" Target="/ppt/slides/slide5.xml" Id="R85b977ae6c394c71" /><Relationship Type="http://schemas.openxmlformats.org/officeDocument/2006/relationships/slide" Target="/ppt/slides/slide6.xml" Id="R3cbfb99f4634409c" /><Relationship Type="http://schemas.openxmlformats.org/officeDocument/2006/relationships/slide" Target="/ppt/slides/slide7.xml" Id="R2767349355b44632" /><Relationship Type="http://schemas.openxmlformats.org/officeDocument/2006/relationships/slide" Target="/ppt/slides/slide8.xml" Id="R3dc8b3aa51884449" /><Relationship Type="http://schemas.openxmlformats.org/officeDocument/2006/relationships/slide" Target="/ppt/slides/slide9.xml" Id="R21726279e5bc48a6" /><Relationship Type="http://schemas.openxmlformats.org/officeDocument/2006/relationships/slide" Target="/ppt/slides/slide10.xml" Id="R2e365ca06ca441f5" /><Relationship Type="http://schemas.openxmlformats.org/officeDocument/2006/relationships/slide" Target="/ppt/slides/slide11.xml" Id="R25bb25e56f954347" /><Relationship Type="http://schemas.openxmlformats.org/officeDocument/2006/relationships/slide" Target="/ppt/slides/slide12.xml" Id="Ra975e20b1ac94d1a" /><Relationship Type="http://schemas.openxmlformats.org/officeDocument/2006/relationships/slide" Target="/ppt/slides/slide13.xml" Id="R8270a80a5d6848c1" /><Relationship Type="http://schemas.openxmlformats.org/officeDocument/2006/relationships/slide" Target="/ppt/slides/slide14.xml" Id="R989591c1eb704a17" /><Relationship Type="http://schemas.openxmlformats.org/officeDocument/2006/relationships/slide" Target="/ppt/slides/slide15.xml" Id="R6c3b73bbca7941b0" /><Relationship Type="http://schemas.openxmlformats.org/officeDocument/2006/relationships/slide" Target="/ppt/slides/slide16.xml" Id="R37f5a0cfb3f44974" /><Relationship Type="http://schemas.openxmlformats.org/officeDocument/2006/relationships/slide" Target="/ppt/slides/slide17.xml" Id="R395c4e3413234ed4" /><Relationship Type="http://schemas.openxmlformats.org/officeDocument/2006/relationships/slide" Target="/ppt/slides/slide18.xml" Id="R5b50cc18b86f4b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4c4e26f30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6950bf3f44c22" /><Relationship Type="http://schemas.openxmlformats.org/officeDocument/2006/relationships/notesMaster" Target="/ppt/notesMasters/notesMaster1.xml" Id="Re245042bdf2e4b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e06ac7aa9b42b9" /><Relationship Type="http://schemas.openxmlformats.org/officeDocument/2006/relationships/notesMaster" Target="/ppt/notesMasters/notesMaster1.xml" Id="Rf0e8fd9d3bc941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9a98177c74701" /><Relationship Type="http://schemas.openxmlformats.org/officeDocument/2006/relationships/notesMaster" Target="/ppt/notesMasters/notesMaster1.xml" Id="R241b0ed5f83b40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27e2cbaa34e23" /><Relationship Type="http://schemas.openxmlformats.org/officeDocument/2006/relationships/notesMaster" Target="/ppt/notesMasters/notesMaster1.xml" Id="R12baeb01baf94a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61a2e723c34fc3" /><Relationship Type="http://schemas.openxmlformats.org/officeDocument/2006/relationships/notesMaster" Target="/ppt/notesMasters/notesMaster1.xml" Id="R2e531671516348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65e4b1654f4536" /><Relationship Type="http://schemas.openxmlformats.org/officeDocument/2006/relationships/notesMaster" Target="/ppt/notesMasters/notesMaster1.xml" Id="Rae7c24109294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c64270030459b" /><Relationship Type="http://schemas.openxmlformats.org/officeDocument/2006/relationships/notesMaster" Target="/ppt/notesMasters/notesMaster1.xml" Id="R13ffbefb092148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d84d78f9434fb9" /><Relationship Type="http://schemas.openxmlformats.org/officeDocument/2006/relationships/notesMaster" Target="/ppt/notesMasters/notesMaster1.xml" Id="Ra40b6bc546ad46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2909c45134f3c" /><Relationship Type="http://schemas.openxmlformats.org/officeDocument/2006/relationships/notesMaster" Target="/ppt/notesMasters/notesMaster1.xml" Id="Rbb2ad0100743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1ff80d0dfb4a4c" /><Relationship Type="http://schemas.openxmlformats.org/officeDocument/2006/relationships/notesMaster" Target="/ppt/notesMasters/notesMaster1.xml" Id="R17ba6e6a4dae47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64f3549f744b81" /><Relationship Type="http://schemas.openxmlformats.org/officeDocument/2006/relationships/notesMaster" Target="/ppt/notesMasters/notesMaster1.xml" Id="R3241f0333947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02f4e024bc4e77" /><Relationship Type="http://schemas.openxmlformats.org/officeDocument/2006/relationships/notesMaster" Target="/ppt/notesMasters/notesMaster1.xml" Id="R201ade8369bc4c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c18a90ab7a4a79" /><Relationship Type="http://schemas.openxmlformats.org/officeDocument/2006/relationships/notesMaster" Target="/ppt/notesMasters/notesMaster1.xml" Id="R86a4bd3bcf494d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b1d7af2e10488a" /><Relationship Type="http://schemas.openxmlformats.org/officeDocument/2006/relationships/notesMaster" Target="/ppt/notesMasters/notesMaster1.xml" Id="Ra9c918a481e74e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1660498f2a41a3" /><Relationship Type="http://schemas.openxmlformats.org/officeDocument/2006/relationships/notesMaster" Target="/ppt/notesMasters/notesMaster1.xml" Id="R5f033d5d40a047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1b5321250545aa" /><Relationship Type="http://schemas.openxmlformats.org/officeDocument/2006/relationships/notesMaster" Target="/ppt/notesMasters/notesMaster1.xml" Id="Rd9a12cad3f8740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ea9ff2345b487d" /><Relationship Type="http://schemas.openxmlformats.org/officeDocument/2006/relationships/notesMaster" Target="/ppt/notesMasters/notesMaster1.xml" Id="Rfd8dd1baf1224d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b0a9f7ec1c4c06" /><Relationship Type="http://schemas.openxmlformats.org/officeDocument/2006/relationships/notesMaster" Target="/ppt/notesMasters/notesMaster1.xml" Id="Rebbbaacd0946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c22d5487d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8d9168868840c6" /><Relationship Type="http://schemas.openxmlformats.org/officeDocument/2006/relationships/slideLayout" Target="/ppt/slideLayouts/slideLayout1.xml" Id="R5316db37b617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6db37b617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99a7e6105476f" /><Relationship Type="http://schemas.openxmlformats.org/officeDocument/2006/relationships/image" Target="/ppt/media/image.png" Id="Rf34045ac0e9848cd" /><Relationship Type="http://schemas.openxmlformats.org/officeDocument/2006/relationships/notesSlide" Target="/ppt/notesSlides/notesSlide1.xml" Id="R94be39db9dd146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28e8559304317" /><Relationship Type="http://schemas.openxmlformats.org/officeDocument/2006/relationships/notesSlide" Target="/ppt/notesSlides/notesSlide2.xml" Id="R188b1caebb88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919cb1134476c" /><Relationship Type="http://schemas.openxmlformats.org/officeDocument/2006/relationships/notesSlide" Target="/ppt/notesSlides/notesSlide3.xml" Id="R4f9baeda22a9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2b35643324134" /><Relationship Type="http://schemas.openxmlformats.org/officeDocument/2006/relationships/notesSlide" Target="/ppt/notesSlides/notesSlide4.xml" Id="R2945298f418742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f0bc729524e0f" /><Relationship Type="http://schemas.openxmlformats.org/officeDocument/2006/relationships/image" Target="/ppt/media/image2.png" Id="Rd19ae464d2d34c30" /><Relationship Type="http://schemas.openxmlformats.org/officeDocument/2006/relationships/notesSlide" Target="/ppt/notesSlides/notesSlide5.xml" Id="Rc28ef97b7a6d45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eab00c5474736" /><Relationship Type="http://schemas.openxmlformats.org/officeDocument/2006/relationships/image" Target="/ppt/media/image3.png" Id="R8cee9128efb74ed9" /><Relationship Type="http://schemas.openxmlformats.org/officeDocument/2006/relationships/notesSlide" Target="/ppt/notesSlides/notesSlide6.xml" Id="R2cfa5f3d01a0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55689c2144a26" /><Relationship Type="http://schemas.openxmlformats.org/officeDocument/2006/relationships/notesSlide" Target="/ppt/notesSlides/notesSlide7.xml" Id="R646fd6d998b541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0f698c9d34d2f" /><Relationship Type="http://schemas.openxmlformats.org/officeDocument/2006/relationships/notesSlide" Target="/ppt/notesSlides/notesSlide8.xml" Id="R531476dd9da1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68956b76e44d1" /><Relationship Type="http://schemas.openxmlformats.org/officeDocument/2006/relationships/notesSlide" Target="/ppt/notesSlides/notesSlide9.xml" Id="R835c3cd7f373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28bc2392a4c0d" /><Relationship Type="http://schemas.openxmlformats.org/officeDocument/2006/relationships/image" Target="/ppt/media/image4.png" Id="R70a098dbb1164e28" /><Relationship Type="http://schemas.openxmlformats.org/officeDocument/2006/relationships/notesSlide" Target="/ppt/notesSlides/notesSlide10.xml" Id="R9236407e7cbf42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411a05d054903" /><Relationship Type="http://schemas.openxmlformats.org/officeDocument/2006/relationships/image" Target="/ppt/media/image5.png" Id="R7d5a04491f784378" /><Relationship Type="http://schemas.openxmlformats.org/officeDocument/2006/relationships/notesSlide" Target="/ppt/notesSlides/notesSlide11.xml" Id="Rcd012c60158b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f6894d7c14cf7" /><Relationship Type="http://schemas.openxmlformats.org/officeDocument/2006/relationships/notesSlide" Target="/ppt/notesSlides/notesSlide12.xml" Id="R1c9226485d8b4f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c0d4617442e2" /><Relationship Type="http://schemas.openxmlformats.org/officeDocument/2006/relationships/notesSlide" Target="/ppt/notesSlides/notesSlide13.xml" Id="R68ae2b72c3e14d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8a12de739497b" /><Relationship Type="http://schemas.openxmlformats.org/officeDocument/2006/relationships/image" Target="/ppt/media/image6.png" Id="R76ba8d2654374e58" /><Relationship Type="http://schemas.openxmlformats.org/officeDocument/2006/relationships/image" Target="/ppt/media/image7.png" Id="R28f7a9576cca4fc8" /><Relationship Type="http://schemas.openxmlformats.org/officeDocument/2006/relationships/notesSlide" Target="/ppt/notesSlides/notesSlide14.xml" Id="Rc0efeb33d9794e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5ab3e63d49dd" /><Relationship Type="http://schemas.openxmlformats.org/officeDocument/2006/relationships/notesSlide" Target="/ppt/notesSlides/notesSlide15.xml" Id="R0a748be1600e4d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d3dc19efe456a" /><Relationship Type="http://schemas.openxmlformats.org/officeDocument/2006/relationships/notesSlide" Target="/ppt/notesSlides/notesSlide16.xml" Id="Rfe471d929f8041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6e35402da41ce" /><Relationship Type="http://schemas.openxmlformats.org/officeDocument/2006/relationships/notesSlide" Target="/ppt/notesSlides/notesSlide17.xml" Id="Racb6e839983845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934b57c934c5c" /><Relationship Type="http://schemas.openxmlformats.org/officeDocument/2006/relationships/notesSlide" Target="/ppt/notesSlides/notesSlide18.xml" Id="Rb266a4b74fa949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623BC-4462-4EC2-9E0A-E4000A3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52F65-F8D9-4DAC-9E0E-4F7E95D8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45ac0e9848cd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27925-36B7-4EEF-830C-7007692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C2308-C7E5-42F5-9B6F-948959D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C3EF5-1DDB-403E-BC7D-284DC80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B4EB0-26FA-433A-8617-7229F655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4D724-D397-46B9-BE66-504942C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B135D-E3D1-483C-AAF3-DDE6D66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BDC16-4125-489A-8610-7F2F17A5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1F00D-C8CD-4B95-9517-7BC3D7E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96873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D1768-9B78-4116-AC7D-97EB91E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FA81D-B3BD-4316-A057-6CFF8B08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16816-4A1B-4E62-AF9A-A8F34566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FF087-48E6-4D05-8220-833EA80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10BFE-B070-493B-A705-D0317F8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C20AB-BC78-4BC8-8A5E-0660F1E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E6340-0E9F-48B2-A2A1-D02B4BAF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C8DE8-CB31-4CC1-B9AC-F69467A4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24033-7DC4-4E02-AA22-2D5036A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AC24A-D0DE-4C62-9643-D03C84A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D0CF1-F4E8-4F9A-BCD4-5915CDCB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5702D-BEB0-4C34-B0FF-4A7B0F9A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48FAA-F38C-46DD-9170-F8DB8D5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6BDAC-0AA1-4B7F-9DC3-247A06AF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82E81-FF4B-4A8A-B026-E70977A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A708D-ADEA-46C6-AA25-C389DDD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1CC9E-8C06-4C57-A30C-9529F763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CFF36-F828-4FB2-A3CA-365D9B0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4FDF9-13C0-4E22-ADD5-A4CF7789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2A9C5-F276-4FFC-BDE5-999D0A4A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1074770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0B9ED-75B9-4733-98C8-E1BF91DB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8D8AD-B2FA-4322-BE2E-50E570AD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00CD6-80D6-465C-A44D-C63CB00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D3A9B-15A4-4FB9-B404-5D1E5416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434F2-B2CB-432C-89ED-62995BFF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EEF82-4E31-4A80-99CB-F25745DD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321E-313A-4870-8ADA-F690D20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CECB9-B481-4878-8BD9-6D1B4DB1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90566-485A-456B-BAA7-8BD4CB1B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24EC7-B3D2-4D3D-9D6D-32FB6FA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787EE-FDEE-4493-A391-9D0D682B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0B17F-8007-4110-A46F-AFD8004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F22AC-5C2E-468A-9F99-B36C53CC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015C3-17C2-4FF0-9565-C2C9C78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ECD6E-E387-40C1-8AD4-8ABE5942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C262D-FA2D-43F9-A674-DEC90172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5A0D4-2881-405B-AC09-8F9F768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E2576-E12B-481D-A29A-797A6B5F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E509C-FDF7-45AE-B86E-5D02C6A8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75E4F-EE8D-4893-B7BC-D59CBC6A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D7E61-C55B-4463-89F2-121295D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9EFDA-7DD4-425B-B0D7-750FAED3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21937-7693-4EDC-B957-F173849E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E4BAB-0105-434D-BC55-FC162B7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43432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F090E7-8F29-4900-9B5C-E0EF54C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45D6A-001E-4F20-8E52-A8BDA90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02FF5-2E41-4E77-949D-2B15113C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1D76A-98B2-4474-83CB-A12F3FF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06784-3F57-4332-94D3-5945909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1DE2-7F17-4AF2-AA93-F83F5B58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71E88-C5AB-440D-AE2F-C9CD865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5635B-C107-43E5-A37A-783B16CA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249B8-A55B-4154-A01B-3586C1A5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4A74E-4D1D-491F-A53B-B4A09358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25C3F-1C09-456D-A3E8-BEA167C5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4C091-3148-4060-A5F9-12A5C7FF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5ADD8-D378-4A2E-864F-9C41ED1B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0930D-4EEA-425D-AA90-67D55A6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2684F-2547-42B6-BAD3-780C4004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FA322-71AA-48CC-9D4B-F7C7FE1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B19EE-475E-4FC2-B967-E5851A50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E1D73-39AD-47BF-9AE8-0975C69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30015-04B7-431F-8452-C2223EF4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C669C-B2F1-40E1-95F8-290CA62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4391D-C27F-43C5-B9CE-5C90E2D8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5A1E9-1EF5-4F96-89B6-400680C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B8780-1C4E-4C2E-BB16-9A05BACF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B4DAF-F148-493A-A9B1-C0AA83E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CD936-C376-43A5-89C2-55B936BB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5C304-2649-49EC-ADDB-811408C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5EC17-E12E-4211-BCC3-532AA01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3203C-0D06-4ED0-A306-EB481D11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14F35-60AF-460B-AF01-5CEBDC0E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D0674-D1CB-4061-B91A-E35CBAB9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7399C-936F-4EE7-8C5E-B770490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B5E37-AF3B-4016-BFA9-DCE5D2AF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271919-2F4E-48A8-85FE-19A4C43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29170A-EC90-457E-99B6-5BE12771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7B446A-B6C8-449D-A414-E3DA5EE3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17E98B-8F95-4BFE-B7BB-FB3C57D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738463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676E5-B96C-46B2-A360-8B5222CC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B309-2080-4A1B-9A87-9F32AFC5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AD9A4-3167-4F52-92E8-CBAFF981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08241-A99F-4BD0-A8FB-24E018C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338CB-6813-4EFA-AE16-35307EE8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F3C17-6985-422E-9AEA-9ABA0930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ae464d2d34c30"/>
          <a:stretch xmlns:a="http://schemas.openxmlformats.org/drawingml/2006/main"/>
        </p:blipFill>
        <p:spPr>
          <a:xfrm xmlns:a="http://schemas.openxmlformats.org/drawingml/2006/main">
            <a:off x="1896345" y="1828800"/>
            <a:ext cx="19985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14929-C5A2-440F-B0A1-788F185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CB2AF-9A56-4CFE-92FE-29C710B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89214-C120-40B7-8824-B04BDE6B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6ED51-F352-4C4A-88A6-E4504FC0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чита само контејнерите со aegis.lab=true и loopback binding.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A6ACD-0C87-4CC6-9A90-290FD60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CC3E6-09D4-429F-A120-040A9B4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DD116-0749-42D8-A0E0-88A87FC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CB9A0-7A58-4D98-A655-D960C40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518FA-711F-4CB9-84E0-8C851847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7D52F-EF2E-44E8-9A6E-0CDB99B7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D5FA9-AF95-4622-82B0-A13711C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F3A71-4557-4DB9-AC94-14724688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C4EA0-A954-49D9-AE7D-0B772FF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91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92E0E-32EC-4C61-ABAD-C68EC8F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95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/ надвор од loopback → BLOCKED;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2075030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BE2CF-CD0D-43F3-A6EA-5C0BF17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304AE-27A6-47FC-B712-22182C2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E08EC-7755-4F6C-8817-023C48D7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F5D4B-7677-458A-865D-DDA66F02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524F3-ACEA-42B3-8B49-F658EC84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F241A-83A1-449D-A5B7-B82632A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e9128efb74ed9"/>
          <a:stretch xmlns:a="http://schemas.openxmlformats.org/drawingml/2006/main"/>
        </p:blipFill>
        <p:spPr>
          <a:xfrm xmlns:a="http://schemas.openxmlformats.org/drawingml/2006/main">
            <a:off x="514350" y="2266755"/>
            <a:ext cx="4476750" cy="243879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B8F9E-BEA2-47E3-8925-F4F039A3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BAA40-AF2D-4F6C-A9AB-1EED184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DA1DF-8023-4958-A807-CFEFD4B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DCC6-A77E-4B29-AAAC-66444296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0B34E-8881-4BA8-98A0-FAC68D2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D4A16-1DC0-4091-AB5B-E8F3C0F2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52B14-2CF0-4410-8AD1-37928B40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0F61E-0105-4DD6-8570-A585FD9E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D2C54-21E1-4108-9333-A7D3F453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41A24-4B2B-40C4-9B2C-F56CB72D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5D482-6910-4974-B1C1-20B7C3E9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406102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D20AE-8C27-4551-8C9A-B90A87E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8C8E3-83F9-4142-803A-5F22BD0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1AACD-57D6-4B47-BE6D-3F0E252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34A5-3415-44D2-BFE5-8ADB5CA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20F57-8088-4246-9D23-0524736E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77992-3AA7-4B5B-9D42-B5E27F50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18F04-445E-4B5D-8738-15ADBA8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0BFC-7AF0-4C29-A5C3-534446E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9E466-B39B-4BBB-89CC-936CC163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Брзо читање на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20DBB-72E8-44A0-B102-17C025BB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98D7E-1A55-4187-98E0-C74E936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75A96-B2C9-44EE-B260-20F04D99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B3EE7-A7EE-4BB0-9531-B4CD767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C9C08-AAD0-491A-9EA7-D8851D0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7FDDA-E0E3-4D76-A154-3E17A01B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AC218-B35C-4D9D-9FE2-1CB832D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5EA98-9FDC-430F-B6FF-C4076DDF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86A98-1FE5-4A56-B13C-0C08681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41CB8-3270-4E12-87AF-0D5C25EB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F6F9B-7534-481B-A716-91A59BC0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93FE1-9997-464B-BF56-C4ED4F0F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C7B2F-14C7-496E-89ED-8DB1E61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1290760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67F28F-6CC3-49A6-B320-FBA00B3D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432F7-77DF-4F53-B765-5BD3888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EB104-D3D8-473F-A36F-68F101D2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791F0-CFC9-40F8-9017-48626804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DCC63-DF64-43EF-991A-5F5B8F86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8BE64-D498-46F6-A79A-2A2DEC6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54E82-AF05-4E47-80CE-2A2E968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C9D03-9EA8-42F2-B22C-878C8A1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BA3A5-207D-4FF7-AECA-8988A4D0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ADFB1-9591-4388-9F70-F68963A1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B39A2-96C8-42C1-8948-45CB4916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E92F8-E325-4C4A-951E-65C6E52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D0CDC-1EFB-4486-A48B-C32E7E07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1B2F6-9E36-4C5C-B3B4-BD0D663B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7BB6E-CC1E-4818-A671-0AA8A5A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CA7C4-0BD8-472D-8601-BA72BACB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4A65D-5544-4AF2-A6BD-C73D8B1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0332E-BA0C-49CF-B156-AB6A4FF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1CD93-0924-41EF-B90B-3A4DBB42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EB226-23DD-4874-BF5B-9161E48D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6D89F-0036-4FA5-B0DB-8D8A7FB6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AAB43-BDD7-4570-95CF-B2ABEA8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DE372-143A-4EF6-A748-E4820989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4405F-0560-47DF-A665-7EC7F6D4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FA81A-21E7-4D13-9871-1CC7035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DD920-715D-4D89-8057-F6DC9C9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C26CF-E73D-48B6-89AA-3614AB2A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EDEBB-1CDB-4985-B44F-CBB98823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3282E-2A2B-40CA-BF96-7F71A8A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2C7086-E450-4200-A069-6A2719BA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476CC-3B5B-415E-BB8B-82290E0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9D5CAF-46F6-4974-B91D-53FC1420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322AA-3661-4682-8332-2F124977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26B0E4-80B0-414A-B9FB-6CDC076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A0F37-BF46-44DC-848C-97A5D9C1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C56693-B0CF-4153-ACA0-4A95749F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98927-49AF-41D2-A189-6F1B4A70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F5B9A-8E7A-4DC0-8A97-380B47D7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E6CF8F-2A55-479A-BC6D-B969362C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79033-E239-41DC-B656-53609174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339B9A-1609-49F7-81E6-354B342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7685CD-A6B7-4453-8579-63490C50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471390-AA81-4781-934A-86BBFD2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83F1AB-6D7B-409C-9E34-838CC3D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CCB479-43E4-40CF-86FB-FB6A4E74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362A03-3AE3-4D96-A1C8-51D17AF1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05BA65-27D1-47EC-912D-23E8B99F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6FDCCE-19AF-48EC-A7DC-8115C11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433D1B-F91C-4245-80C1-60F7316A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498C8D-5304-48FC-97C8-55D93A86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2A3DE6-87CE-4B8A-81F8-32BB6CE2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B44345-044D-4B99-9BE1-5AE63EB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B29AD1-843D-40D6-9256-56F43D3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ED237A-1F4F-4F30-BCC5-02C27868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84083D-5FBE-489E-B3B7-E93F82E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28F047-54BE-4A5D-AA30-63D1F9BA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558330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CB559-B468-4755-8DE0-E371D066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22780-5B3E-4AA5-AA00-B3013C9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E845D-CB68-4340-8FC2-EE43C5DE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8BF9C-24CF-431D-8E50-1C596FE1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FEFC4-812C-4DFA-965B-43B4886C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E18E2-EC76-4B88-BCAD-244E4C1B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CB751-E6E5-43BF-8C50-FAADA26A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4AC08-59F5-4F42-8AC8-EDA9589A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69886-0B63-45AE-8D2D-6F1C5FF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F9B42-C3AE-4A2B-AFC5-A0B7DC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85E38-2631-4F21-B38F-90004E87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5500F-369C-4D74-A759-288B94C5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AB74A-343D-4B6C-979B-165B06C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A2EA3-00F3-4F5D-82E5-5E82F06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0BF97-C254-4447-9145-E60CCA77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607B8-F3C9-445D-8B9C-38AAD840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A3F0C-D7F8-44E1-B91F-54B66B89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AED6C-160F-44D8-A650-2A4B496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B7808-F73A-4658-97BE-7F0E6E4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9E6EC-FF5E-4F24-8F5C-B4BFE572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EBCF5-0ADE-4F5B-A6C9-4262E3C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5AEF5-DA6E-42C8-BEBE-C1C880B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417472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CA48A-C25D-49EA-9690-7975BDBD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967B1-3294-4118-8E34-B929006E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BADE4-5CE6-4F36-8633-A7DE5E9F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5E168-EBC3-407A-ABB0-54BBECB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3BBE-56EC-45AD-ABA2-521357FA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D549E-0082-4157-94C2-CD1838A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98dbb1164e28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3AA38-954D-4B61-8293-BC84E682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7C28F-F727-458F-8DCE-39572F5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67821-DDDA-4ECB-B97A-AABB5915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B65D0-5162-4124-87FB-B4AF843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C1A80-F919-46D4-93B4-DCF42FB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A78FA-BB14-4B8E-ADF6-D79E82B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96DED-EA45-43FF-8162-D3775D41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E5289-ABFA-4FB5-ABB1-A36F48EF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524AD-3B31-4E22-B9FB-EE6CC5FF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123DF-38DD-4A5C-8344-490875D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76BE6-796C-46B6-9E77-4BEF2084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93215-4B3A-4CA6-A8C2-B06ABAA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616513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503FF-E2CC-41AA-BFD6-D88500AE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5C1CA-CFB7-418F-A1D7-4991F7C6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AE0E9-3A79-4B84-BDB1-74A33E1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DE746-F918-4B4C-844A-04BB9A69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5F1B0-AC0F-4289-A7EA-0837F39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2D1D1-DE6C-4F19-9F31-924CDA96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a04491f784378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7A5DB-2C91-4D89-BF8E-DB6A96D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4D74F-18EF-4892-A794-61D2498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B398B-ADE6-4C73-B652-FE51658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330C3-0E36-4DAA-875A-918AAF2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3B29E-86E7-4082-A169-66A64D0D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1FC70-7C25-4181-B3E8-A546CAC7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F1016-0B85-4200-8A70-D809295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499580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2E2B9-D42B-40EE-8BD7-189FA606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10639-DB1C-4D03-84F7-076FB57B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A7789-4C11-4B1E-8B22-CA5914E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EB3AC-21B0-4004-8FBF-EF169DF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6300A-D94A-476B-A625-10FA35FB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BC2DD-2CBA-4F5F-994B-EF8B4F7C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8ECFB-DE59-4D62-984D-B897E59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2E235-0423-4344-A6F1-7C8847F2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C9DB4-2AFF-4D8B-BA69-ECDFA181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7340B-6DBB-4391-8B45-32C909A1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C296D-3166-44A0-8AD0-790EA137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24FCE-EAAF-443A-A432-4A30815A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BAC33-3838-4BA8-8291-106DBF6B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AF979-2374-4173-AF14-BFBF32D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59EAD-A74C-47B1-8528-2DDEC933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159D3-E401-40CC-B5FB-7A32688F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06DAD-53AF-4185-95C0-846C9565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C4E24-F758-4873-93CA-6BC5DA8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C231D-FC14-477F-A3F7-B56D4314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BFC50-D6A2-4C61-842B-A829F0B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1376547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280B6-A41B-449A-8339-BF60316B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6FCDB-0F72-43A5-8444-33862166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FB399-82D9-4EDC-A078-4C25EF91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203DB-D901-4306-A629-1CF7643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C25D0-1AED-46BB-9DB0-BFA6C12F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BDABB-6DCE-43C2-8EC6-787017B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E91F0-AD86-4C1A-B5F0-81AFA5EB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510BE-BFD1-4732-834A-B53E2136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EBA67-2C82-4F91-BF96-B4585D5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86F00-FADD-4755-B6B5-E0BB856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45769-3CDF-4175-BF70-8FBCA2F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42972-4CE1-4256-8E4B-C95C074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B5188-6902-4A3B-B3B0-F3F1FFEB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D56DF-8526-4BEA-881E-4DF652B1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14229-95C4-45A6-A41E-70E4DE9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756E6-E1E3-441E-AC53-4D64DF25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8EBD8-A42D-4CEA-A0A8-6FD67D9A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BD2DA-FD69-4C26-AA6D-3FC72DB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42ECC-E40C-4E49-9B16-FD78E95F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E3B97-304B-4C9F-A564-93E5934A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E78D8-422C-4F73-8889-159D99B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033B8-5498-42DB-A358-3F79A48F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9A337-7622-4FDB-A44B-F5862808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20878508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6F15E-BF4C-4076-B3F6-8FB9488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4B662-2103-4319-80C4-618D7D45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DC8C3-0654-4C15-B1AA-B24FE217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B2147-E0CE-4921-8940-92B7C278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D93EE-34F1-446D-886E-4A4F118F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273A5-1836-4E0F-896D-4B89748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a8d2654374e58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7a9576cca4fc8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CD524-6C11-4050-BCA6-ADE74FB5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C0E30-B68A-4A38-A807-92324F10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03A7B-2F28-46D8-BFEF-D2B33A76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9E1E8-EC67-4589-9321-693038BB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1521-DAF6-47E7-AEED-863E8EF5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87FF-0CBF-4ABF-9BB4-9CDD6019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04A61-28D6-4789-B1BE-B59C80D7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289974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45471-BB14-496C-B992-3C61DCE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C5BDF-17C5-45F1-BFD2-F3F988F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01C37-2189-49DC-8D88-187ABE0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D9590-FD47-4D2D-84C3-175ECD5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C2B79-54E2-4D7A-84B5-EAAD20CE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B55F6-A9DA-44E1-9BA2-3A7D5A3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EB58-C22A-49E1-8C19-EAC9F912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51072-5B30-436A-A222-33527957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B4715-D6BA-46B5-ACB8-1FDAEC69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28EC1-BF21-495F-AA2A-F8AD857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FF769-288B-4158-A82F-61B4DC88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EFB9C-DDC8-48E5-8562-31232D6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5B68C-465C-4FBA-B8A2-0970C797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F01C2-27B0-472F-A684-CE13D975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FC005-D106-44A8-AAD7-73309007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D534A-1180-4014-89AE-EAC75E0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42CA1-DA55-451E-A6FD-D1537F90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8E311-92F6-4BE9-95C4-26C16EB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CD010-5064-463A-B215-32B82943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B4FEC-856D-48DB-A6D7-A3062A37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D8F43-4532-4668-BFB0-82D338DB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762936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1FD93-D665-4CFA-BE6C-915BD265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E286B-B3D6-49AC-A7E4-A5A0E2D8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23ABD-8588-44DF-B2B0-B597A1B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29A19-6FEE-48C7-BCA0-31F3C398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595D-2E07-4F2B-A3F0-4BE960A5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B1860-3D86-4819-9D04-20DE3328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4EC6A-65EA-4849-AE24-196FFFED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9A657-C8F9-4C55-8C00-628F453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E9A34-9E1D-4199-894E-E70C08DC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F7B98-2811-47F2-808D-CC8AA30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46B8-AAB2-4886-8F7E-95F8554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DAFF5-5C6E-4EF8-9F0D-1A043149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B91A5-5E6D-4A81-ABE6-ED0D817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10111103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A92DDB-9D1E-4BCA-A22D-4818E01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EE5D6-6B4E-4697-88D5-B88E334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D0035-5A83-476B-B03B-56107F60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90FC5-2972-4E13-B1AC-60BC9AA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7437-036F-401F-A10E-387C96D1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BF157-9FC9-4257-8BFE-499CE52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5BA59-6B5D-450B-9CE2-B501E41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D59CB-ACE5-49E5-80F9-1006B1F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53AF-14B5-49DA-AE20-1928848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288EC-B2B2-4213-8ABC-FAA2DC4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84CE1-4360-49C2-BEED-B891710C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228FB-4A70-4AF0-93FA-0229FBC7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73172-4092-4087-AC37-A2DC593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B0FBB-9B48-48F4-AA30-E03E3EF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D0B09-5D41-4C8D-A546-AD28B79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4A8EA-1A9D-42D5-A904-07B2AAB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3A906-52E3-4E52-B3B8-63EA9049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C0DF5-B7E4-4ACB-93BE-ED0986AA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2C166-BF73-4829-A974-8683800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31F17-2977-4E6A-9B69-27F3936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EC7B2-8609-49A8-8854-32C6E97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CDC39-FE1D-452C-8D71-0B1CC784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9B51C-C2B2-46BE-A939-BAB38D7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FEF84-2A17-4B82-98DF-2BBB8D7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B355B-6813-4628-AEAD-83AAD914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ADC50-4676-4F10-AA77-B5AD3C1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D70E5-EA4A-4AB9-85F9-BAEA82E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D4A12-4FB0-4731-8308-1DFAD5E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8FF6FC-94E2-4F97-9F4B-0241D9DA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68E1A-325A-4EE2-9D74-246F787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FEBEC3-BCD9-4F47-82E1-85B12D25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9D342-1C7B-46A4-B00D-1307DFD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E50E1B-79D3-4B47-800D-273104BD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6909466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BF914-D4B6-414E-B8A7-2021D42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B1371-BE61-4665-8C0B-CC3693B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E7980-23BF-4CD4-A162-86BF9F5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961C-6CDC-4D8E-96E1-7ECFBE5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3259E-C4CA-4900-94B3-7B20EB96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C4B7C-A128-468C-BE8F-D6EC2DBA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CA29A-4B54-489A-8859-B34916A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ECD90-B80D-4F29-827C-6703D58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565D6-850E-417B-8488-03BCA4F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BB4DA-3C83-46AA-B773-0E4F2E7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FDD73-8FDE-4FA7-B95F-544561B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64564-E3B3-4A38-A311-6A3C7CE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5E152-15AC-484F-B70C-5AC8672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81FB-775F-4D63-8123-2377CA11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92C18-6547-482E-9F61-E67847F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24EDF-28B5-48FD-90D0-4F401E7C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26452-354B-47BB-B1FA-60A28461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6A35D-FE5B-46FF-B5E1-949A433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422559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2026-09-22T15:01:40.3320000Z</dcterms:created>
  <dcterms:modified xsi:type="dcterms:W3CDTF">2026-09-22T15:01:40.3320000Z</dcterms:modified>
</coreProperties>
</file>